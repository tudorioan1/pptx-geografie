
<file path=[Content_Types].xml><?xml version="1.0" encoding="utf-8"?>
<Types xmlns="http://schemas.openxmlformats.org/package/2006/content-types">
  <Default Extension="1" ContentType="image/jpeg"/>
  <Default Extension="jpeg" ContentType="image/jpeg"/>
  <Default Extension="jpg" ContentType="image/jpeg"/>
  <Default Extension="org&amp;utm_campaign=parser&amp;utm_content=thumbnail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73" r:id="rId3"/>
    <p:sldId id="257" r:id="rId4"/>
    <p:sldId id="259" r:id="rId5"/>
    <p:sldId id="270" r:id="rId6"/>
    <p:sldId id="260" r:id="rId7"/>
    <p:sldId id="272" r:id="rId8"/>
    <p:sldId id="261" r:id="rId9"/>
    <p:sldId id="262" r:id="rId10"/>
    <p:sldId id="271" r:id="rId11"/>
    <p:sldId id="264" r:id="rId12"/>
    <p:sldId id="265" r:id="rId13"/>
    <p:sldId id="266" r:id="rId14"/>
    <p:sldId id="268" r:id="rId15"/>
    <p:sldId id="269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79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C87932-7DAB-7F93-5E51-7AEEA5AC7FE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789" y="-1"/>
            <a:ext cx="12192001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F7DA815B-BFAB-3E8D-D7E1-E7F9DE0A77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6096000" cy="6857999"/>
          </a:xfrm>
          <a:gradFill>
            <a:gsLst>
              <a:gs pos="86000">
                <a:schemeClr val="accent4">
                  <a:lumMod val="50000"/>
                  <a:alpha val="95000"/>
                </a:schemeClr>
              </a:gs>
              <a:gs pos="100000">
                <a:schemeClr val="bg2">
                  <a:alpha val="90000"/>
                </a:schemeClr>
              </a:gs>
              <a:gs pos="42000">
                <a:srgbClr val="161824">
                  <a:alpha val="20000"/>
                </a:srgbClr>
              </a:gs>
              <a:gs pos="18000">
                <a:schemeClr val="bg2">
                  <a:lumMod val="90000"/>
                  <a:lumOff val="10000"/>
                  <a:alpha val="0"/>
                </a:schemeClr>
              </a:gs>
            </a:gsLst>
            <a:lin ang="11400000" scaled="0"/>
          </a:gradFill>
        </p:spPr>
        <p:txBody>
          <a:bodyPr lIns="365760" tIns="822960" rIns="914400" bIns="2286000" anchor="t"/>
          <a:lstStyle>
            <a:lvl1pPr>
              <a:defRPr sz="5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57758407-B9B8-FC90-BBF1-B9013F196E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2401889"/>
            <a:ext cx="6096000" cy="4456112"/>
          </a:xfrm>
          <a:gradFill>
            <a:gsLst>
              <a:gs pos="35000">
                <a:schemeClr val="bg2">
                  <a:alpha val="32000"/>
                </a:schemeClr>
              </a:gs>
              <a:gs pos="56000">
                <a:schemeClr val="accent6">
                  <a:alpha val="0"/>
                </a:schemeClr>
              </a:gs>
              <a:gs pos="8000">
                <a:schemeClr val="bg2"/>
              </a:gs>
              <a:gs pos="22000">
                <a:schemeClr val="bg2">
                  <a:alpha val="67000"/>
                </a:schemeClr>
              </a:gs>
            </a:gsLst>
            <a:path path="circle">
              <a:fillToRect t="100000" r="100000"/>
            </a:path>
          </a:gradFill>
        </p:spPr>
        <p:txBody>
          <a:bodyPr vert="horz" lIns="393192" tIns="457200" rIns="274320" bIns="731520" rtlCol="0" anchor="b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A03BE6F4-76AC-1913-6858-8449FC30A22C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07C57871-2A1B-4C86-8A22-5FE3C4E2892B}" type="datetimeFigureOut">
              <a:rPr lang="en-US" smtClean="0"/>
              <a:t>23-Sep-26</a:t>
            </a:fld>
            <a:endParaRPr lang="en-US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3A959F0E-1234-A029-DD14-0642D145755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42107F04-5566-3CCB-8B23-B8B3ECBA545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0CB09805-FF07-486B-90BE-465A5F0C23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96902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22282"/>
            <a:ext cx="9830017" cy="731520"/>
          </a:xfrm>
        </p:spPr>
        <p:txBody>
          <a:bodyPr anchor="b">
            <a:normAutofit/>
          </a:bodyPr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602332-ECCE-37C9-0CA1-1743D107C8E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07C57871-2A1B-4C86-8A22-5FE3C4E2892B}" type="datetimeFigureOut">
              <a:rPr lang="en-US" smtClean="0"/>
              <a:t>23-Sep-26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A8E192A-D6F1-1585-7133-0041C85402E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37B541-595D-1700-6A76-9AF7590B186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0CB09805-FF07-486B-90BE-465A5F0C23A7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01752" y="2011680"/>
            <a:ext cx="11402568" cy="438912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14132CA-3777-075A-ECC4-B9DEFA9B3CEB}"/>
              </a:ext>
            </a:extLst>
          </p:cNvPr>
          <p:cNvCxnSpPr>
            <a:cxnSpLocks/>
          </p:cNvCxnSpPr>
          <p:nvPr/>
        </p:nvCxnSpPr>
        <p:spPr>
          <a:xfrm flipH="1">
            <a:off x="394716" y="1704836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579402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C87932-7DAB-7F93-5E51-7AEEA5AC7FE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58000"/>
          </a:xfrm>
          <a:blipFill>
            <a:blip r:embed="rId2">
              <a:alphaModFix amt="70000"/>
            </a:blip>
            <a:stretch>
              <a:fillRect l="-2" t="-1" b="-19091"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D35AE1E4-9BA4-415B-370F-31BCBBC952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-1"/>
            <a:ext cx="6096000" cy="6857999"/>
          </a:xfrm>
          <a:gradFill>
            <a:gsLst>
              <a:gs pos="100000">
                <a:schemeClr val="bg2">
                  <a:alpha val="90000"/>
                </a:schemeClr>
              </a:gs>
              <a:gs pos="34000">
                <a:srgbClr val="061F7B">
                  <a:alpha val="5000"/>
                  <a:lumMod val="74000"/>
                </a:srgbClr>
              </a:gs>
              <a:gs pos="15000">
                <a:schemeClr val="accent1">
                  <a:lumMod val="75000"/>
                  <a:alpha val="0"/>
                </a:schemeClr>
              </a:gs>
            </a:gsLst>
            <a:lin ang="600000" scaled="0"/>
          </a:gradFill>
          <a:ln>
            <a:solidFill>
              <a:schemeClr val="tx1"/>
            </a:solidFill>
          </a:ln>
        </p:spPr>
        <p:txBody>
          <a:bodyPr lIns="1600200" tIns="822960" rIns="274320" bIns="457200" anchor="t"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D54B625A-114F-C2DE-F195-EF26EC0526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02306" y="4231338"/>
            <a:ext cx="7189694" cy="2626661"/>
          </a:xfrm>
          <a:gradFill>
            <a:gsLst>
              <a:gs pos="63000">
                <a:schemeClr val="accent5">
                  <a:lumMod val="75000"/>
                  <a:alpha val="0"/>
                </a:schemeClr>
              </a:gs>
              <a:gs pos="100000">
                <a:schemeClr val="accent3">
                  <a:lumMod val="60000"/>
                  <a:lumOff val="40000"/>
                  <a:alpha val="69000"/>
                </a:schemeClr>
              </a:gs>
              <a:gs pos="13000">
                <a:schemeClr val="bg2">
                  <a:alpha val="0"/>
                </a:schemeClr>
              </a:gs>
            </a:gsLst>
            <a:lin ang="4200000" scaled="0"/>
          </a:gradFill>
        </p:spPr>
        <p:txBody>
          <a:bodyPr vert="horz" lIns="2743200" tIns="640080" rIns="457200" bIns="731520" rtlCol="0" anchor="b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F001462-21CF-5988-0554-7DB1C494B04E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7620000" y="210312"/>
            <a:ext cx="1473201" cy="365760"/>
          </a:xfrm>
        </p:spPr>
        <p:txBody>
          <a:bodyPr/>
          <a:lstStyle/>
          <a:p>
            <a:fld id="{07C57871-2A1B-4C86-8A22-5FE3C4E2892B}" type="datetimeFigureOut">
              <a:rPr lang="en-US" smtClean="0"/>
              <a:t>23-Sep-26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972D5EE-6935-237E-C4A2-C61261249F3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9164921" y="210312"/>
            <a:ext cx="2181351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C81CEA4D-A8A1-D4D2-8F28-C8346937244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447711" y="210312"/>
            <a:ext cx="448805" cy="365760"/>
          </a:xfrm>
        </p:spPr>
        <p:txBody>
          <a:bodyPr/>
          <a:lstStyle/>
          <a:p>
            <a:fld id="{0CB09805-FF07-486B-90BE-465A5F0C23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59898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6A70A2D-6A6F-D8FD-B860-1F184E1B5E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1133214"/>
            <a:ext cx="11631478" cy="1825674"/>
          </a:xfrm>
        </p:spPr>
        <p:txBody>
          <a:bodyPr anchor="t"/>
          <a:lstStyle>
            <a:lvl1pPr>
              <a:defRPr sz="5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D95EA3D9-98A4-3891-668D-DF99CC18D7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1751" y="5351226"/>
            <a:ext cx="7235954" cy="771276"/>
          </a:xfrm>
          <a:noFill/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lang="en-US" sz="18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4E1D7382-6629-2CE5-9CD1-12C42772E0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57871-2A1B-4C86-8A22-5FE3C4E2892B}" type="datetimeFigureOut">
              <a:rPr lang="en-US" smtClean="0"/>
              <a:t>23-Sep-26</a:t>
            </a:fld>
            <a:endParaRPr lang="en-US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04D3FCD7-2C92-02D9-B65F-03119FF69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6825B394-7F27-6399-8BDB-45CADE4F48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09805-FF07-486B-90BE-465A5F0C23A7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D514160-DA6E-9655-9294-6538F297B73D}"/>
              </a:ext>
            </a:extLst>
          </p:cNvPr>
          <p:cNvSpPr/>
          <p:nvPr/>
        </p:nvSpPr>
        <p:spPr>
          <a:xfrm rot="10800000">
            <a:off x="0" y="3432121"/>
            <a:ext cx="12192000" cy="1825033"/>
          </a:xfrm>
          <a:prstGeom prst="rect">
            <a:avLst/>
          </a:prstGeom>
          <a:gradFill>
            <a:gsLst>
              <a:gs pos="63000">
                <a:schemeClr val="bg2">
                  <a:alpha val="0"/>
                </a:schemeClr>
              </a:gs>
              <a:gs pos="100000">
                <a:schemeClr val="accent1">
                  <a:lumMod val="75000"/>
                </a:schemeClr>
              </a:gs>
            </a:gsLst>
            <a:lin ang="5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2EC29EB-3E43-F1FF-EB6B-9F5C908FFCC8}"/>
              </a:ext>
            </a:extLst>
          </p:cNvPr>
          <p:cNvSpPr/>
          <p:nvPr/>
        </p:nvSpPr>
        <p:spPr>
          <a:xfrm rot="16200000" flipH="1">
            <a:off x="5938634" y="-996853"/>
            <a:ext cx="1825034" cy="10681699"/>
          </a:xfrm>
          <a:prstGeom prst="rect">
            <a:avLst/>
          </a:prstGeom>
          <a:gradFill>
            <a:gsLst>
              <a:gs pos="56000">
                <a:schemeClr val="bg1">
                  <a:alpha val="0"/>
                </a:schemeClr>
              </a:gs>
              <a:gs pos="100000">
                <a:schemeClr val="accent6"/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46130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43D93006-CD9A-ACB8-4DFF-755585BD51C6}"/>
              </a:ext>
            </a:extLst>
          </p:cNvPr>
          <p:cNvSpPr/>
          <p:nvPr/>
        </p:nvSpPr>
        <p:spPr>
          <a:xfrm rot="5400000" flipH="1" flipV="1">
            <a:off x="-367222" y="367225"/>
            <a:ext cx="6866356" cy="6131909"/>
          </a:xfrm>
          <a:prstGeom prst="rect">
            <a:avLst/>
          </a:prstGeom>
          <a:gradFill>
            <a:gsLst>
              <a:gs pos="13000">
                <a:schemeClr val="accent2"/>
              </a:gs>
              <a:gs pos="60000">
                <a:schemeClr val="bg2">
                  <a:alpha val="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35B8330-0A40-6340-3205-86A38459537F}"/>
              </a:ext>
            </a:extLst>
          </p:cNvPr>
          <p:cNvSpPr/>
          <p:nvPr/>
        </p:nvSpPr>
        <p:spPr>
          <a:xfrm rot="5400000" flipV="1">
            <a:off x="-1977949" y="2307330"/>
            <a:ext cx="6528619" cy="257271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42000">
                <a:schemeClr val="bg2">
                  <a:alpha val="0"/>
                </a:scheme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2AFF5B4-F60C-7639-0259-DAA1F9833429}"/>
              </a:ext>
            </a:extLst>
          </p:cNvPr>
          <p:cNvSpPr/>
          <p:nvPr/>
        </p:nvSpPr>
        <p:spPr>
          <a:xfrm rot="10800000">
            <a:off x="1" y="4216109"/>
            <a:ext cx="8887299" cy="2644533"/>
          </a:xfrm>
          <a:prstGeom prst="rect">
            <a:avLst/>
          </a:prstGeom>
          <a:gradFill>
            <a:gsLst>
              <a:gs pos="0">
                <a:schemeClr val="accent3">
                  <a:lumMod val="60000"/>
                  <a:lumOff val="40000"/>
                </a:schemeClr>
              </a:gs>
              <a:gs pos="49000">
                <a:schemeClr val="accent4">
                  <a:lumMod val="75000"/>
                  <a:alpha val="0"/>
                </a:scheme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92EA34-13CC-54C1-DE3D-4F1D5D55C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8499" y="952500"/>
            <a:ext cx="8887299" cy="5636798"/>
          </a:xfrm>
        </p:spPr>
        <p:txBody>
          <a:bodyPr anchor="b">
            <a:normAutofit/>
          </a:bodyPr>
          <a:lstStyle>
            <a:lvl1pPr algn="r">
              <a:defRPr sz="7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FCA76BF-5E58-9143-643F-6B06864B8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57871-2A1B-4C86-8A22-5FE3C4E2892B}" type="datetimeFigureOut">
              <a:rPr lang="en-US" smtClean="0"/>
              <a:t>23-Sep-26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06C9F8B-DAAC-4FD9-5257-842E1B079B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EF8E261-B260-D169-5279-F4153543A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09805-FF07-486B-90BE-465A5F0C23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99727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31AE9B9-D0DC-50F5-FE7E-BCF950A9B60C}"/>
              </a:ext>
            </a:extLst>
          </p:cNvPr>
          <p:cNvSpPr/>
          <p:nvPr/>
        </p:nvSpPr>
        <p:spPr>
          <a:xfrm>
            <a:off x="28450" y="0"/>
            <a:ext cx="7600185" cy="6858000"/>
          </a:xfrm>
          <a:prstGeom prst="rect">
            <a:avLst/>
          </a:prstGeom>
          <a:gradFill>
            <a:gsLst>
              <a:gs pos="52000">
                <a:schemeClr val="bg2">
                  <a:alpha val="0"/>
                </a:schemeClr>
              </a:gs>
              <a:gs pos="100000">
                <a:schemeClr val="accent1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F8F2B01-BAAD-F03E-72D9-CC472F3A5DE5}"/>
              </a:ext>
            </a:extLst>
          </p:cNvPr>
          <p:cNvSpPr/>
          <p:nvPr/>
        </p:nvSpPr>
        <p:spPr>
          <a:xfrm flipH="1" flipV="1">
            <a:off x="0" y="3409447"/>
            <a:ext cx="7609635" cy="3448553"/>
          </a:xfrm>
          <a:prstGeom prst="rect">
            <a:avLst/>
          </a:prstGeom>
          <a:gradFill>
            <a:gsLst>
              <a:gs pos="0">
                <a:schemeClr val="accent2"/>
              </a:gs>
              <a:gs pos="45000">
                <a:schemeClr val="bg2">
                  <a:alpha val="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2F5B7E4-5668-20C3-5FFF-AA7F08736507}"/>
              </a:ext>
            </a:extLst>
          </p:cNvPr>
          <p:cNvSpPr/>
          <p:nvPr/>
        </p:nvSpPr>
        <p:spPr>
          <a:xfrm rot="16200000">
            <a:off x="394816" y="-375817"/>
            <a:ext cx="6858000" cy="7609635"/>
          </a:xfrm>
          <a:prstGeom prst="rect">
            <a:avLst/>
          </a:prstGeom>
          <a:gradFill>
            <a:gsLst>
              <a:gs pos="0">
                <a:schemeClr val="tx1"/>
              </a:gs>
              <a:gs pos="18000">
                <a:schemeClr val="accent3">
                  <a:lumMod val="60000"/>
                  <a:lumOff val="40000"/>
                  <a:alpha val="72000"/>
                </a:schemeClr>
              </a:gs>
              <a:gs pos="56000">
                <a:schemeClr val="accent1">
                  <a:lumMod val="50000"/>
                  <a:alpha val="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68344FF-8882-8B2E-4777-40771425C01A}"/>
              </a:ext>
            </a:extLst>
          </p:cNvPr>
          <p:cNvSpPr/>
          <p:nvPr/>
        </p:nvSpPr>
        <p:spPr>
          <a:xfrm rot="16200000">
            <a:off x="1188613" y="417977"/>
            <a:ext cx="5518112" cy="7361933"/>
          </a:xfrm>
          <a:prstGeom prst="rect">
            <a:avLst/>
          </a:prstGeom>
          <a:gradFill flip="none" rotWithShape="1">
            <a:gsLst>
              <a:gs pos="24000">
                <a:schemeClr val="bg2">
                  <a:alpha val="0"/>
                </a:schemeClr>
              </a:gs>
              <a:gs pos="45000">
                <a:schemeClr val="bg2">
                  <a:alpha val="82000"/>
                </a:schemeClr>
              </a:gs>
              <a:gs pos="67000">
                <a:schemeClr val="bg1">
                  <a:alpha val="0"/>
                </a:schemeClr>
              </a:gs>
            </a:gsLst>
            <a:lin ang="1200000" scaled="0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5F9BCED7-6A0B-12F0-730B-5623879C94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702" y="1714498"/>
            <a:ext cx="4960617" cy="4722876"/>
          </a:xfrm>
        </p:spPr>
        <p:txBody>
          <a:bodyPr/>
          <a:lstStyle>
            <a:lvl1pPr>
              <a:defRPr sz="5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E14FBD3E-3A09-5EF4-6941-FFF3E03D5396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07C57871-2A1B-4C86-8A22-5FE3C4E2892B}" type="datetimeFigureOut">
              <a:rPr lang="en-US" smtClean="0"/>
              <a:t>23-Sep-26</a:t>
            </a:fld>
            <a:endParaRPr lang="en-US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362D8C0B-F931-385E-61C9-0E7226053F00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7909368" y="210114"/>
            <a:ext cx="2509284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07E96BDD-FAA3-3ABD-453F-3A62D97801B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0CB09805-FF07-486B-90BE-465A5F0C23A7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952232" y="1246951"/>
            <a:ext cx="3404277" cy="4923185"/>
          </a:xfrm>
        </p:spPr>
        <p:txBody>
          <a:bodyPr vert="horz" lIns="91440" tIns="45720" rIns="91440" bIns="45720" rtlCol="0" anchor="t">
            <a:normAutofit/>
          </a:bodyPr>
          <a:lstStyle>
            <a:lvl1pPr marL="457200" indent="-4572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600" dirty="0"/>
            </a:lvl1pPr>
            <a:lvl2pPr marL="571500" indent="-3429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2pPr>
            <a:lvl3pPr marL="800100" indent="-3429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3pPr>
            <a:lvl4pPr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4pPr>
            <a:lvl5pPr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B086C0A-2B9C-7A1D-5F77-AF7402CC1F84}"/>
              </a:ext>
            </a:extLst>
          </p:cNvPr>
          <p:cNvCxnSpPr>
            <a:cxnSpLocks/>
          </p:cNvCxnSpPr>
          <p:nvPr/>
        </p:nvCxnSpPr>
        <p:spPr>
          <a:xfrm flipH="1">
            <a:off x="8002560" y="762000"/>
            <a:ext cx="3840480" cy="0"/>
          </a:xfrm>
          <a:prstGeom prst="line">
            <a:avLst/>
          </a:prstGeom>
          <a:ln w="6350">
            <a:solidFill>
              <a:schemeClr val="tx1">
                <a:lumMod val="8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45475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C84410D4-C581-C48F-5E1D-E93DA884342F}"/>
              </a:ext>
            </a:extLst>
          </p:cNvPr>
          <p:cNvSpPr/>
          <p:nvPr/>
        </p:nvSpPr>
        <p:spPr>
          <a:xfrm rot="10800000">
            <a:off x="14619" y="-2"/>
            <a:ext cx="12177379" cy="4492404"/>
          </a:xfrm>
          <a:prstGeom prst="rect">
            <a:avLst/>
          </a:prstGeom>
          <a:gradFill flip="none" rotWithShape="1">
            <a:gsLst>
              <a:gs pos="33000">
                <a:schemeClr val="bg2">
                  <a:alpha val="0"/>
                </a:schemeClr>
              </a:gs>
              <a:gs pos="82000">
                <a:schemeClr val="accent1">
                  <a:lumMod val="50000"/>
                  <a:alpha val="44000"/>
                </a:schemeClr>
              </a:gs>
              <a:gs pos="100000">
                <a:schemeClr val="accent3">
                  <a:lumMod val="60000"/>
                  <a:lumOff val="40000"/>
                  <a:alpha val="9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F8F2B01-BAAD-F03E-72D9-CC472F3A5DE5}"/>
              </a:ext>
            </a:extLst>
          </p:cNvPr>
          <p:cNvSpPr/>
          <p:nvPr/>
        </p:nvSpPr>
        <p:spPr>
          <a:xfrm flipH="1" flipV="1">
            <a:off x="723903" y="1161955"/>
            <a:ext cx="11468097" cy="3330447"/>
          </a:xfrm>
          <a:prstGeom prst="rect">
            <a:avLst/>
          </a:prstGeom>
          <a:gradFill>
            <a:gsLst>
              <a:gs pos="0">
                <a:schemeClr val="accent2">
                  <a:lumMod val="75000"/>
                </a:schemeClr>
              </a:gs>
              <a:gs pos="27000">
                <a:schemeClr val="bg2">
                  <a:alpha val="0"/>
                </a:schemeClr>
              </a:gs>
            </a:gsLst>
            <a:lin ang="5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31AE9B9-D0DC-50F5-FE7E-BCF950A9B60C}"/>
              </a:ext>
            </a:extLst>
          </p:cNvPr>
          <p:cNvSpPr/>
          <p:nvPr/>
        </p:nvSpPr>
        <p:spPr>
          <a:xfrm rot="10800000">
            <a:off x="-14621" y="-7466"/>
            <a:ext cx="6110621" cy="2500409"/>
          </a:xfrm>
          <a:prstGeom prst="rect">
            <a:avLst/>
          </a:prstGeom>
          <a:gradFill flip="none" rotWithShape="1">
            <a:gsLst>
              <a:gs pos="63000">
                <a:schemeClr val="bg2">
                  <a:alpha val="0"/>
                </a:schemeClr>
              </a:gs>
              <a:gs pos="100000">
                <a:schemeClr val="accent1">
                  <a:lumMod val="50000"/>
                </a:schemeClr>
              </a:gs>
            </a:gsLst>
            <a:lin ang="4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4D63E47-B71F-605F-2462-F6F2ED4F11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1468924"/>
            <a:ext cx="5096176" cy="2461308"/>
          </a:xfrm>
        </p:spPr>
        <p:txBody>
          <a:bodyPr/>
          <a:lstStyle>
            <a:lvl1pPr>
              <a:defRPr sz="5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C3B19A28-AC79-CF20-C703-D6B27C01698A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419100" y="210114"/>
            <a:ext cx="2064089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7C57871-2A1B-4C86-8A22-5FE3C4E2892B}" type="datetimeFigureOut">
              <a:rPr lang="en-US" smtClean="0"/>
              <a:t>23-Sep-26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9E554EC-D104-642A-5E42-E4CFB243523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477000" y="210114"/>
            <a:ext cx="3251508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E23A16-5291-F71A-D460-81EE611EA8B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0CB09805-FF07-486B-90BE-465A5F0C23A7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487383" y="1161955"/>
            <a:ext cx="4158158" cy="2768278"/>
          </a:xfrm>
        </p:spPr>
        <p:txBody>
          <a:bodyPr vert="horz" lIns="91440" tIns="45720" rIns="91440" bIns="45720" rtlCol="0" anchor="b">
            <a:normAutofit/>
          </a:bodyPr>
          <a:lstStyle>
            <a:lvl1pPr marL="457200" indent="-4572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600" dirty="0"/>
            </a:lvl1pPr>
            <a:lvl2pPr marL="571500" indent="-3429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2pPr>
            <a:lvl3pPr marL="800100" indent="-3429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3pPr>
            <a:lvl4pPr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4pPr>
            <a:lvl5pPr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C9B8CAF0-3749-D1CF-0FDA-20F4B5EE9862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4492402"/>
            <a:ext cx="12192000" cy="2365597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3300373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C28AA25-2696-95B5-3DD1-1DDCE335B96E}"/>
              </a:ext>
            </a:extLst>
          </p:cNvPr>
          <p:cNvSpPr/>
          <p:nvPr/>
        </p:nvSpPr>
        <p:spPr>
          <a:xfrm>
            <a:off x="0" y="0"/>
            <a:ext cx="12192000" cy="6869579"/>
          </a:xfrm>
          <a:prstGeom prst="rect">
            <a:avLst/>
          </a:prstGeom>
          <a:gradFill flip="none" rotWithShape="1">
            <a:gsLst>
              <a:gs pos="23000">
                <a:schemeClr val="bg2">
                  <a:alpha val="0"/>
                </a:schemeClr>
              </a:gs>
              <a:gs pos="61000">
                <a:schemeClr val="accent1">
                  <a:lumMod val="50000"/>
                  <a:alpha val="50000"/>
                </a:schemeClr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86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E6450F3-50BF-885C-FD60-BACC77C3F1E0}"/>
              </a:ext>
            </a:extLst>
          </p:cNvPr>
          <p:cNvSpPr/>
          <p:nvPr/>
        </p:nvSpPr>
        <p:spPr>
          <a:xfrm flipH="1" flipV="1">
            <a:off x="0" y="1727456"/>
            <a:ext cx="12192001" cy="5130541"/>
          </a:xfrm>
          <a:prstGeom prst="rect">
            <a:avLst/>
          </a:prstGeom>
          <a:gradFill>
            <a:gsLst>
              <a:gs pos="0">
                <a:schemeClr val="accent2">
                  <a:lumMod val="75000"/>
                </a:schemeClr>
              </a:gs>
              <a:gs pos="45000">
                <a:schemeClr val="bg2">
                  <a:alpha val="0"/>
                </a:scheme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D53C05B-A90A-250E-CBC3-E741A87656D9}"/>
              </a:ext>
            </a:extLst>
          </p:cNvPr>
          <p:cNvSpPr/>
          <p:nvPr/>
        </p:nvSpPr>
        <p:spPr>
          <a:xfrm rot="5400000">
            <a:off x="4285048" y="-1037373"/>
            <a:ext cx="6869579" cy="8944324"/>
          </a:xfrm>
          <a:prstGeom prst="rect">
            <a:avLst/>
          </a:prstGeom>
          <a:gradFill flip="none" rotWithShape="1">
            <a:gsLst>
              <a:gs pos="60000">
                <a:schemeClr val="accent5">
                  <a:alpha val="0"/>
                </a:schemeClr>
              </a:gs>
              <a:gs pos="94000">
                <a:schemeClr val="accent3">
                  <a:lumMod val="20000"/>
                  <a:lumOff val="8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0B1BC43-B272-D419-E8BB-6EFDB7CB6DE6}"/>
              </a:ext>
            </a:extLst>
          </p:cNvPr>
          <p:cNvSpPr/>
          <p:nvPr/>
        </p:nvSpPr>
        <p:spPr>
          <a:xfrm rot="16200000">
            <a:off x="3586718" y="-681705"/>
            <a:ext cx="6783165" cy="8296238"/>
          </a:xfrm>
          <a:prstGeom prst="rect">
            <a:avLst/>
          </a:prstGeom>
          <a:gradFill flip="none" rotWithShape="1">
            <a:gsLst>
              <a:gs pos="26000">
                <a:schemeClr val="bg2"/>
              </a:gs>
              <a:gs pos="73000">
                <a:schemeClr val="bg2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E9B18E3-016A-6508-4AB9-C1B35F40CE8C}"/>
              </a:ext>
            </a:extLst>
          </p:cNvPr>
          <p:cNvCxnSpPr>
            <a:cxnSpLocks/>
          </p:cNvCxnSpPr>
          <p:nvPr/>
        </p:nvCxnSpPr>
        <p:spPr>
          <a:xfrm flipH="1">
            <a:off x="394716" y="6101080"/>
            <a:ext cx="11402568" cy="0"/>
          </a:xfrm>
          <a:prstGeom prst="line">
            <a:avLst/>
          </a:prstGeom>
          <a:ln w="6350">
            <a:solidFill>
              <a:schemeClr val="tx1">
                <a:lumMod val="8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C44A4757-EA69-EF77-262C-A183AC218312}"/>
              </a:ext>
            </a:extLst>
          </p:cNvPr>
          <p:cNvSpPr/>
          <p:nvPr/>
        </p:nvSpPr>
        <p:spPr>
          <a:xfrm rot="10800000">
            <a:off x="0" y="1"/>
            <a:ext cx="12192000" cy="5281424"/>
          </a:xfrm>
          <a:prstGeom prst="rect">
            <a:avLst/>
          </a:prstGeom>
          <a:gradFill flip="none" rotWithShape="1">
            <a:gsLst>
              <a:gs pos="52000">
                <a:schemeClr val="accent2">
                  <a:lumMod val="50000"/>
                  <a:alpha val="0"/>
                </a:schemeClr>
              </a:gs>
              <a:gs pos="100000">
                <a:schemeClr val="accent1">
                  <a:lumMod val="75000"/>
                </a:schemeClr>
              </a:gs>
            </a:gsLst>
            <a:lin ang="4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1" y="914400"/>
            <a:ext cx="7498080" cy="2621280"/>
          </a:xfrm>
        </p:spPr>
        <p:txBody>
          <a:bodyPr anchor="b">
            <a:normAutofit/>
          </a:bodyPr>
          <a:lstStyle>
            <a:lvl1pPr>
              <a:defRPr sz="4800" b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F3AD86-30C4-61DF-3300-53A4A4BB6D4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07C57871-2A1B-4C86-8A22-5FE3C4E2892B}" type="datetimeFigureOut">
              <a:rPr lang="en-US" smtClean="0"/>
              <a:t>23-Sep-26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0ED380-F3FA-F88A-4719-014588A2E13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18F7C8-EA2A-EA2C-5113-86B95AACB17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0CB09805-FF07-486B-90BE-465A5F0C23A7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01751" y="3901440"/>
            <a:ext cx="7498080" cy="182880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94516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CB42C01-B12A-AF17-D0E9-403E14D1D1A7}"/>
              </a:ext>
            </a:extLst>
          </p:cNvPr>
          <p:cNvSpPr/>
          <p:nvPr/>
        </p:nvSpPr>
        <p:spPr>
          <a:xfrm rot="10800000" flipH="1">
            <a:off x="391802" y="773848"/>
            <a:ext cx="11800198" cy="3151902"/>
          </a:xfrm>
          <a:prstGeom prst="rect">
            <a:avLst/>
          </a:prstGeom>
          <a:gradFill>
            <a:gsLst>
              <a:gs pos="79000">
                <a:schemeClr val="bg2">
                  <a:alpha val="0"/>
                </a:schemeClr>
              </a:gs>
              <a:gs pos="100000">
                <a:schemeClr val="accent5">
                  <a:lumMod val="75000"/>
                </a:schemeClr>
              </a:gs>
            </a:gsLst>
            <a:lin ang="528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04AA29D-41E7-06F1-DA88-95401F827C71}"/>
              </a:ext>
            </a:extLst>
          </p:cNvPr>
          <p:cNvSpPr/>
          <p:nvPr/>
        </p:nvSpPr>
        <p:spPr>
          <a:xfrm rot="10800000" flipH="1">
            <a:off x="0" y="773847"/>
            <a:ext cx="11026588" cy="1634270"/>
          </a:xfrm>
          <a:prstGeom prst="rect">
            <a:avLst/>
          </a:prstGeom>
          <a:gradFill flip="none" rotWithShape="1">
            <a:gsLst>
              <a:gs pos="575">
                <a:schemeClr val="accent2"/>
              </a:gs>
              <a:gs pos="37000">
                <a:schemeClr val="bg1">
                  <a:alpha val="0"/>
                </a:schemeClr>
              </a:gs>
            </a:gsLst>
            <a:lin ang="16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66900" y="1918144"/>
            <a:ext cx="2939186" cy="2096814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1C4CAAF-9048-5116-D3C8-15E595C3BC25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07C57871-2A1B-4C86-8A22-5FE3C4E2892B}" type="datetimeFigureOut">
              <a:rPr lang="en-US" smtClean="0"/>
              <a:t>23-Sep-26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F3B715D2-E75C-A2E6-CE7A-70CE2EFA5E8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5334000" y="210114"/>
            <a:ext cx="2939491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BF8E49B-DD4C-66AF-8D2C-52110DB227F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0CB09805-FF07-486B-90BE-465A5F0C23A7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334000" y="1918145"/>
            <a:ext cx="4991100" cy="413303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55912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952500"/>
            <a:ext cx="3332784" cy="1581912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9BE2343-B677-7565-070B-CEED0B0D5463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301752" y="205986"/>
            <a:ext cx="1097280" cy="365760"/>
          </a:xfrm>
        </p:spPr>
        <p:txBody>
          <a:bodyPr/>
          <a:lstStyle/>
          <a:p>
            <a:fld id="{07C57871-2A1B-4C86-8A22-5FE3C4E2892B}" type="datetimeFigureOut">
              <a:rPr lang="en-US" smtClean="0"/>
              <a:t>23-Sep-26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8C8E1E-13A9-668C-1F5C-BC271E6A05CF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1494378" y="207291"/>
            <a:ext cx="1639372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94BC881-6669-50F2-64F2-57BD81A93BC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3140760" y="210114"/>
            <a:ext cx="493776" cy="365760"/>
          </a:xfrm>
        </p:spPr>
        <p:txBody>
          <a:bodyPr/>
          <a:lstStyle/>
          <a:p>
            <a:fld id="{0CB09805-FF07-486B-90BE-465A5F0C23A7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01752" y="3099816"/>
            <a:ext cx="3332784" cy="3054096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228600" indent="0">
              <a:buNone/>
              <a:defRPr sz="1400"/>
            </a:lvl2pPr>
            <a:lvl3pPr marL="457200" indent="0">
              <a:buNone/>
              <a:defRPr sz="1400"/>
            </a:lvl3pPr>
            <a:lvl4pPr marL="685800" indent="0">
              <a:buNone/>
              <a:defRPr sz="1400"/>
            </a:lvl4pPr>
            <a:lvl5pPr marL="914400" indent="0"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F93A3E8A-C3F5-3D0B-FDE4-68B52DFE719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152900" y="0"/>
            <a:ext cx="803910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A942C55-3382-C50D-76EB-793EA21DA34F}"/>
              </a:ext>
            </a:extLst>
          </p:cNvPr>
          <p:cNvCxnSpPr>
            <a:cxnSpLocks/>
          </p:cNvCxnSpPr>
          <p:nvPr/>
        </p:nvCxnSpPr>
        <p:spPr>
          <a:xfrm flipH="1">
            <a:off x="397288" y="2811277"/>
            <a:ext cx="3246138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020829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4282051"/>
            <a:ext cx="3410958" cy="1532976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C17E7B2-E2F9-D41D-D140-E89E0C3F5B96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0"/>
            <a:ext cx="12192000" cy="3864075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80560" y="4282051"/>
            <a:ext cx="7010399" cy="1532976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200"/>
            </a:lvl3pPr>
            <a:lvl4pPr marL="685800" indent="0">
              <a:buFont typeface="Arial" panose="020B0604020202020204" pitchFamily="34" charset="0"/>
              <a:buNone/>
              <a:defRPr sz="1100"/>
            </a:lvl4pPr>
            <a:lvl5pPr marL="914400" indent="0">
              <a:buFont typeface="Arial" panose="020B0604020202020204" pitchFamily="34" charset="0"/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1752" y="6263640"/>
            <a:ext cx="1759288" cy="365760"/>
          </a:xfrm>
        </p:spPr>
        <p:txBody>
          <a:bodyPr/>
          <a:lstStyle/>
          <a:p>
            <a:fld id="{07C57871-2A1B-4C86-8A22-5FE3C4E2892B}" type="datetimeFigureOut">
              <a:rPr lang="en-US" smtClean="0"/>
              <a:t>23-Sep-26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80560" y="6263640"/>
            <a:ext cx="2509284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00323" y="6263640"/>
            <a:ext cx="605475" cy="365760"/>
          </a:xfrm>
        </p:spPr>
        <p:txBody>
          <a:bodyPr/>
          <a:lstStyle/>
          <a:p>
            <a:fld id="{0CB09805-FF07-486B-90BE-465A5F0C23A7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6192296-0A21-2685-A792-B2723855E5B3}"/>
              </a:ext>
            </a:extLst>
          </p:cNvPr>
          <p:cNvCxnSpPr>
            <a:cxnSpLocks/>
          </p:cNvCxnSpPr>
          <p:nvPr/>
        </p:nvCxnSpPr>
        <p:spPr>
          <a:xfrm flipH="1">
            <a:off x="394716" y="6095193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1265662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D0E9D96-CB28-0F2C-BBB9-CE51B3EEBF53}"/>
              </a:ext>
            </a:extLst>
          </p:cNvPr>
          <p:cNvSpPr/>
          <p:nvPr/>
        </p:nvSpPr>
        <p:spPr>
          <a:xfrm flipH="1">
            <a:off x="6959599" y="5749680"/>
            <a:ext cx="5232400" cy="1108320"/>
          </a:xfrm>
          <a:prstGeom prst="rect">
            <a:avLst/>
          </a:prstGeom>
          <a:gradFill>
            <a:gsLst>
              <a:gs pos="65000">
                <a:schemeClr val="accent1">
                  <a:lumMod val="50000"/>
                  <a:alpha val="0"/>
                </a:schemeClr>
              </a:gs>
              <a:gs pos="100000">
                <a:schemeClr val="accent6">
                  <a:lumMod val="75000"/>
                </a:schemeClr>
              </a:gs>
            </a:gsLst>
            <a:lin ang="57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1984" y="955810"/>
            <a:ext cx="4114800" cy="1244051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F8A45037-DD9A-9287-B37A-49CD4CC3CAFB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1"/>
            <a:ext cx="6959600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62B38A-33A6-F8AC-C9B9-FA400D29071B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7469431" y="210114"/>
            <a:ext cx="1485900" cy="365760"/>
          </a:xfrm>
        </p:spPr>
        <p:txBody>
          <a:bodyPr/>
          <a:lstStyle/>
          <a:p>
            <a:fld id="{07C57871-2A1B-4C86-8A22-5FE3C4E2892B}" type="datetimeFigureOut">
              <a:rPr lang="en-US" smtClean="0"/>
              <a:t>23-Sep-26</a:t>
            </a:fld>
            <a:endParaRPr lang="en-US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6F5CC625-CD4F-F9C5-5E5D-05B78AE7CEE1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9376096" y="210114"/>
            <a:ext cx="1860464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E5B1B358-15B5-2BEF-0B1B-0BC9F05FFA1A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0CB09805-FF07-486B-90BE-465A5F0C23A7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491984" y="2791033"/>
            <a:ext cx="4114800" cy="338328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E9AF0A0-5001-F380-4488-B02AB3C79B31}"/>
              </a:ext>
            </a:extLst>
          </p:cNvPr>
          <p:cNvCxnSpPr>
            <a:cxnSpLocks/>
          </p:cNvCxnSpPr>
          <p:nvPr/>
        </p:nvCxnSpPr>
        <p:spPr>
          <a:xfrm flipH="1">
            <a:off x="7595441" y="2475756"/>
            <a:ext cx="4011343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3ED0235B-B98B-7313-28E9-8E643CDFF4A6}"/>
              </a:ext>
            </a:extLst>
          </p:cNvPr>
          <p:cNvSpPr/>
          <p:nvPr/>
        </p:nvSpPr>
        <p:spPr>
          <a:xfrm flipH="1">
            <a:off x="6959599" y="5749680"/>
            <a:ext cx="5232400" cy="1108320"/>
          </a:xfrm>
          <a:prstGeom prst="rect">
            <a:avLst/>
          </a:prstGeom>
          <a:gradFill>
            <a:gsLst>
              <a:gs pos="65000">
                <a:schemeClr val="accent1">
                  <a:lumMod val="50000"/>
                  <a:alpha val="0"/>
                </a:schemeClr>
              </a:gs>
              <a:gs pos="100000">
                <a:schemeClr val="accent6">
                  <a:lumMod val="75000"/>
                </a:schemeClr>
              </a:gs>
            </a:gsLst>
            <a:lin ang="57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476524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017686"/>
            <a:ext cx="3410958" cy="1532976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57871-2A1B-4C86-8A22-5FE3C4E2892B}" type="datetimeFigureOut">
              <a:rPr lang="en-US" smtClean="0"/>
              <a:t>23-Sep-26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80560" y="210114"/>
            <a:ext cx="2509284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09805-FF07-486B-90BE-465A5F0C23A7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80560" y="1017686"/>
            <a:ext cx="7010399" cy="2377440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200"/>
            </a:lvl3pPr>
            <a:lvl4pPr marL="685800" indent="0">
              <a:buFont typeface="Arial" panose="020B0604020202020204" pitchFamily="34" charset="0"/>
              <a:buNone/>
              <a:defRPr sz="1100"/>
            </a:lvl4pPr>
            <a:lvl5pPr marL="914400" indent="0">
              <a:buFont typeface="Arial" panose="020B0604020202020204" pitchFamily="34" charset="0"/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C17E7B2-E2F9-D41D-D140-E89E0C3F5B96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3837709"/>
            <a:ext cx="12192000" cy="3020291"/>
          </a:xfrm>
          <a:blipFill dpi="0" rotWithShape="1">
            <a:blip r:embed="rId2">
              <a:alphaModFix amt="60000"/>
            </a:blip>
            <a:srcRect/>
            <a:stretch>
              <a:fillRect t="-27937"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37749127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371600"/>
            <a:ext cx="3474720" cy="2286000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B8772B0-B493-B608-E389-35329DEF2016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07C57871-2A1B-4C86-8A22-5FE3C4E2892B}" type="datetimeFigureOut">
              <a:rPr lang="en-US" smtClean="0"/>
              <a:t>23-Sep-26</a:t>
            </a:fld>
            <a:endParaRPr lang="en-US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0BFB2EA8-AADE-E8CD-890F-EA9F9968B253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4457700" y="210114"/>
            <a:ext cx="2859307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D854D38F-A697-A216-CCCB-0C1A9DCBD2FC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7611572" y="210114"/>
            <a:ext cx="605475" cy="365760"/>
          </a:xfrm>
        </p:spPr>
        <p:txBody>
          <a:bodyPr/>
          <a:lstStyle/>
          <a:p>
            <a:fld id="{0CB09805-FF07-486B-90BE-465A5F0C23A7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57700" y="1371600"/>
            <a:ext cx="3368778" cy="4701943"/>
          </a:xfrm>
        </p:spPr>
        <p:txBody>
          <a:bodyPr rIns="4572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5A7BF66-FFF1-E318-9AFE-331E011D59C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8731045" y="0"/>
            <a:ext cx="3460955" cy="6866879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D750207-6F0E-41F2-98B5-15BCAB2BF9AD}"/>
              </a:ext>
            </a:extLst>
          </p:cNvPr>
          <p:cNvSpPr/>
          <p:nvPr/>
        </p:nvSpPr>
        <p:spPr>
          <a:xfrm flipH="1">
            <a:off x="0" y="4771072"/>
            <a:ext cx="4874661" cy="2095805"/>
          </a:xfrm>
          <a:prstGeom prst="rect">
            <a:avLst/>
          </a:prstGeom>
          <a:gradFill>
            <a:gsLst>
              <a:gs pos="67000">
                <a:schemeClr val="bg2">
                  <a:alpha val="0"/>
                </a:schemeClr>
              </a:gs>
              <a:gs pos="95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21E79A5-CC18-0B38-C9F4-CA5690475280}"/>
              </a:ext>
            </a:extLst>
          </p:cNvPr>
          <p:cNvSpPr/>
          <p:nvPr/>
        </p:nvSpPr>
        <p:spPr>
          <a:xfrm flipH="1">
            <a:off x="-2" y="3852909"/>
            <a:ext cx="2823100" cy="3022846"/>
          </a:xfrm>
          <a:prstGeom prst="rect">
            <a:avLst/>
          </a:prstGeom>
          <a:gradFill flip="none" rotWithShape="1">
            <a:gsLst>
              <a:gs pos="0">
                <a:schemeClr val="tx2">
                  <a:alpha val="50000"/>
                </a:schemeClr>
              </a:gs>
              <a:gs pos="17000">
                <a:schemeClr val="accent6">
                  <a:lumMod val="60000"/>
                  <a:lumOff val="40000"/>
                  <a:alpha val="52000"/>
                </a:schemeClr>
              </a:gs>
              <a:gs pos="58000">
                <a:schemeClr val="bg1">
                  <a:alpha val="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80496BC-B679-515B-9928-2CC91AD7A8A2}"/>
              </a:ext>
            </a:extLst>
          </p:cNvPr>
          <p:cNvCxnSpPr>
            <a:cxnSpLocks/>
          </p:cNvCxnSpPr>
          <p:nvPr/>
        </p:nvCxnSpPr>
        <p:spPr>
          <a:xfrm flipH="1">
            <a:off x="397002" y="751313"/>
            <a:ext cx="7726680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373662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952499"/>
            <a:ext cx="6751127" cy="1250871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907AE70-2FE3-1872-0811-BC089F612855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301752" y="203862"/>
            <a:ext cx="2286000" cy="365760"/>
          </a:xfrm>
        </p:spPr>
        <p:txBody>
          <a:bodyPr/>
          <a:lstStyle/>
          <a:p>
            <a:fld id="{07C57871-2A1B-4C86-8A22-5FE3C4E2892B}" type="datetimeFigureOut">
              <a:rPr lang="en-US" smtClean="0"/>
              <a:t>23-Sep-26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497486-A221-C6D1-050D-0B3DB326465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2590800" y="203862"/>
            <a:ext cx="2775003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93EE6EB-FF56-B8A3-1408-5C43C49B256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6247336" y="203862"/>
            <a:ext cx="864794" cy="365760"/>
          </a:xfrm>
        </p:spPr>
        <p:txBody>
          <a:bodyPr/>
          <a:lstStyle/>
          <a:p>
            <a:fld id="{0CB09805-FF07-486B-90BE-465A5F0C23A7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01752" y="2410518"/>
            <a:ext cx="6755514" cy="380740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EE2866F3-0262-FC88-23E2-359D75EA8A7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7620000" y="0"/>
            <a:ext cx="4572000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C640749-9485-B575-4B2A-075EAA112D08}"/>
              </a:ext>
            </a:extLst>
          </p:cNvPr>
          <p:cNvSpPr/>
          <p:nvPr/>
        </p:nvSpPr>
        <p:spPr>
          <a:xfrm flipH="1">
            <a:off x="0" y="3706098"/>
            <a:ext cx="7620000" cy="3151902"/>
          </a:xfrm>
          <a:prstGeom prst="rect">
            <a:avLst/>
          </a:prstGeom>
          <a:gradFill>
            <a:gsLst>
              <a:gs pos="79000">
                <a:schemeClr val="bg2">
                  <a:alpha val="0"/>
                </a:schemeClr>
              </a:gs>
              <a:gs pos="100000">
                <a:schemeClr val="accent6">
                  <a:alpha val="66000"/>
                </a:schemeClr>
              </a:gs>
            </a:gsLst>
            <a:lin ang="528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5E19E54-3987-D72A-629F-B4FB61FCC4E9}"/>
              </a:ext>
            </a:extLst>
          </p:cNvPr>
          <p:cNvSpPr/>
          <p:nvPr/>
        </p:nvSpPr>
        <p:spPr>
          <a:xfrm flipH="1">
            <a:off x="0" y="5597112"/>
            <a:ext cx="7620000" cy="1260888"/>
          </a:xfrm>
          <a:prstGeom prst="rect">
            <a:avLst/>
          </a:prstGeom>
          <a:gradFill flip="none" rotWithShape="1">
            <a:gsLst>
              <a:gs pos="21830">
                <a:schemeClr val="accent1">
                  <a:alpha val="29000"/>
                </a:schemeClr>
              </a:gs>
              <a:gs pos="0">
                <a:schemeClr val="accent5">
                  <a:lumMod val="60000"/>
                  <a:lumOff val="40000"/>
                  <a:alpha val="84000"/>
                </a:schemeClr>
              </a:gs>
              <a:gs pos="57000">
                <a:schemeClr val="bg1">
                  <a:alpha val="0"/>
                </a:schemeClr>
              </a:gs>
            </a:gsLst>
            <a:lin ang="16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34DF899-11E5-3A31-4C5A-75E63BA26BC6}"/>
              </a:ext>
            </a:extLst>
          </p:cNvPr>
          <p:cNvCxnSpPr>
            <a:cxnSpLocks/>
          </p:cNvCxnSpPr>
          <p:nvPr/>
        </p:nvCxnSpPr>
        <p:spPr>
          <a:xfrm flipH="1">
            <a:off x="397002" y="751313"/>
            <a:ext cx="6620256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4454590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2834639"/>
            <a:ext cx="3014382" cy="2926080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DA51E54-3166-19CA-EB55-5DFFB9426CAD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-17796" y="0"/>
            <a:ext cx="12209796" cy="2420098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80560" y="2834640"/>
            <a:ext cx="7200900" cy="2926080"/>
          </a:xfrm>
        </p:spPr>
        <p:txBody>
          <a:bodyPr>
            <a:noAutofit/>
          </a:bodyPr>
          <a:lstStyle>
            <a:lvl1pPr marL="285750" indent="-285750">
              <a:buFont typeface="Arial" panose="020B0604020202020204" pitchFamily="34" charset="0"/>
              <a:buNone/>
              <a:defRPr sz="1800"/>
            </a:lvl1pPr>
            <a:lvl2pPr marL="514350" indent="-285750">
              <a:buFont typeface="Arial" panose="020B0604020202020204" pitchFamily="34" charset="0"/>
              <a:buNone/>
              <a:defRPr sz="1600"/>
            </a:lvl2pPr>
            <a:lvl3pPr marL="742950" indent="-285750">
              <a:buFont typeface="Arial" panose="020B0604020202020204" pitchFamily="34" charset="0"/>
              <a:buNone/>
              <a:defRPr sz="1400"/>
            </a:lvl3pPr>
            <a:lvl4pPr marL="857250" indent="-171450">
              <a:buFont typeface="Arial" panose="020B0604020202020204" pitchFamily="34" charset="0"/>
              <a:buNone/>
              <a:defRPr sz="1200"/>
            </a:lvl4pPr>
            <a:lvl5pPr marL="1085850" indent="-171450">
              <a:buFont typeface="Arial" panose="020B0604020202020204" pitchFamily="34" charset="0"/>
              <a:buNone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9AA293A1-7F80-90D9-D8FF-27238ADD7956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301752" y="6274033"/>
            <a:ext cx="3014382" cy="365760"/>
          </a:xfrm>
        </p:spPr>
        <p:txBody>
          <a:bodyPr/>
          <a:lstStyle/>
          <a:p>
            <a:fld id="{07C57871-2A1B-4C86-8A22-5FE3C4E2892B}" type="datetimeFigureOut">
              <a:rPr lang="en-US" smtClean="0"/>
              <a:t>23-Sep-26</a:t>
            </a:fld>
            <a:endParaRPr lang="en-US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3BD91724-58CE-FA68-1E24-9CD57621C129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4480560" y="6274033"/>
            <a:ext cx="3162300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3B9AC797-2D9B-C7AC-550D-157FEDA3800D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11292840" y="6274033"/>
            <a:ext cx="568917" cy="365760"/>
          </a:xfrm>
        </p:spPr>
        <p:txBody>
          <a:bodyPr/>
          <a:lstStyle/>
          <a:p>
            <a:fld id="{0CB09805-FF07-486B-90BE-465A5F0C23A7}" type="slidenum">
              <a:rPr lang="en-US" smtClean="0"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ABDDCA5B-BBAB-ABCD-27B8-D3CD17FD04BC}"/>
              </a:ext>
            </a:extLst>
          </p:cNvPr>
          <p:cNvCxnSpPr>
            <a:cxnSpLocks/>
          </p:cNvCxnSpPr>
          <p:nvPr/>
        </p:nvCxnSpPr>
        <p:spPr>
          <a:xfrm flipH="1">
            <a:off x="394716" y="6095193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6651249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010934"/>
            <a:ext cx="3507418" cy="1398494"/>
          </a:xfrm>
        </p:spPr>
        <p:txBody>
          <a:bodyPr anchor="t">
            <a:normAutofit/>
          </a:bodyPr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602332-ECCE-37C9-0CA1-1743D107C8E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07C57871-2A1B-4C86-8A22-5FE3C4E2892B}" type="datetimeFigureOut">
              <a:rPr lang="en-US" smtClean="0"/>
              <a:t>23-Sep-26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A8E192A-D6F1-1585-7133-0041C85402E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932680" y="210114"/>
            <a:ext cx="2509284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37B541-595D-1700-6A76-9AF7590B186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0CB09805-FF07-486B-90BE-465A5F0C23A7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F24C464-705C-DC78-DD20-9EFEB717ED27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451351" y="2680447"/>
            <a:ext cx="3357819" cy="3662083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606EA5C-4A14-95D3-20DF-1EEB607C889B}"/>
              </a:ext>
            </a:extLst>
          </p:cNvPr>
          <p:cNvSpPr/>
          <p:nvPr/>
        </p:nvSpPr>
        <p:spPr>
          <a:xfrm flipH="1">
            <a:off x="2171702" y="5847066"/>
            <a:ext cx="10020298" cy="1010934"/>
          </a:xfrm>
          <a:prstGeom prst="rect">
            <a:avLst/>
          </a:prstGeom>
          <a:gradFill>
            <a:gsLst>
              <a:gs pos="52000">
                <a:schemeClr val="bg2">
                  <a:alpha val="0"/>
                </a:schemeClr>
              </a:gs>
              <a:gs pos="76000">
                <a:schemeClr val="accent1">
                  <a:lumMod val="50000"/>
                  <a:alpha val="39000"/>
                </a:schemeClr>
              </a:gs>
              <a:gs pos="100000">
                <a:schemeClr val="accent5">
                  <a:alpha val="68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05652D2-BF56-96CE-426B-26972C38434D}"/>
              </a:ext>
            </a:extLst>
          </p:cNvPr>
          <p:cNvSpPr/>
          <p:nvPr/>
        </p:nvSpPr>
        <p:spPr>
          <a:xfrm rot="16200000" flipH="1">
            <a:off x="7767364" y="2433362"/>
            <a:ext cx="4944033" cy="3905239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60000"/>
                  <a:lumOff val="40000"/>
                  <a:alpha val="40000"/>
                </a:schemeClr>
              </a:gs>
              <a:gs pos="32000">
                <a:schemeClr val="bg1">
                  <a:alpha val="0"/>
                </a:schemeClr>
              </a:gs>
            </a:gsLst>
            <a:lin ang="14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CA30D42-B5FE-EAD1-8419-4AD002C32B1F}"/>
              </a:ext>
            </a:extLst>
          </p:cNvPr>
          <p:cNvCxnSpPr>
            <a:cxnSpLocks/>
          </p:cNvCxnSpPr>
          <p:nvPr/>
        </p:nvCxnSpPr>
        <p:spPr>
          <a:xfrm>
            <a:off x="4426824" y="1075765"/>
            <a:ext cx="0" cy="4944035"/>
          </a:xfrm>
          <a:prstGeom prst="line">
            <a:avLst/>
          </a:prstGeom>
          <a:ln w="6350">
            <a:solidFill>
              <a:schemeClr val="bg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932679" y="1010932"/>
            <a:ext cx="6492240" cy="521208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880720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019811"/>
            <a:ext cx="3419380" cy="1856553"/>
          </a:xfrm>
        </p:spPr>
        <p:txBody>
          <a:bodyPr anchor="t">
            <a:normAutofit/>
          </a:bodyPr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602332-ECCE-37C9-0CA1-1743D107C8E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07C57871-2A1B-4C86-8A22-5FE3C4E2892B}" type="datetimeFigureOut">
              <a:rPr lang="en-US" smtClean="0"/>
              <a:t>23-Sep-26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A8E192A-D6F1-1585-7133-0041C85402E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478969" y="210114"/>
            <a:ext cx="2509284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37B541-595D-1700-6A76-9AF7590B186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0CB09805-FF07-486B-90BE-465A5F0C23A7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F24C464-705C-DC78-DD20-9EFEB717ED27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382390" y="3045041"/>
            <a:ext cx="3338742" cy="3297489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78968" y="1019810"/>
            <a:ext cx="7315200" cy="55778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9378676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6BF28860-8FEF-73E6-FEDF-176AC5D70A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6998" y="4907611"/>
            <a:ext cx="5320285" cy="1438873"/>
          </a:xfrm>
        </p:spPr>
        <p:txBody>
          <a:bodyPr anchor="t"/>
          <a:lstStyle>
            <a:lvl1pPr>
              <a:lnSpc>
                <a:spcPct val="100000"/>
              </a:lnSpc>
              <a:defRPr sz="20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6ADE8C0-7863-A0F4-9EFB-60B2F8DD221E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07C57871-2A1B-4C86-8A22-5FE3C4E2892B}" type="datetimeFigureOut">
              <a:rPr lang="en-US" smtClean="0"/>
              <a:t>23-Sep-26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E20381-0150-ABDF-3C66-3E77DA79EEC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3AD7FDD-1157-5BB4-4A9F-3F35CE7FF47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0CB09805-FF07-486B-90BE-465A5F0C23A7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5B446035-33B1-F0D9-18B1-58E177267E3A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274638" y="766763"/>
            <a:ext cx="11320462" cy="3489325"/>
          </a:xfrm>
        </p:spPr>
        <p:txBody>
          <a:bodyPr/>
          <a:lstStyle>
            <a:lvl1pPr>
              <a:lnSpc>
                <a:spcPct val="85000"/>
              </a:lnSpc>
              <a:defRPr sz="24000">
                <a:gradFill>
                  <a:gsLst>
                    <a:gs pos="0">
                      <a:schemeClr val="accent6"/>
                    </a:gs>
                    <a:gs pos="46000">
                      <a:schemeClr val="accent1"/>
                    </a:gs>
                    <a:gs pos="100000">
                      <a:schemeClr val="accent3">
                        <a:lumMod val="60000"/>
                        <a:lumOff val="40000"/>
                      </a:schemeClr>
                    </a:gs>
                  </a:gsLst>
                  <a:lin ang="4200000" scaled="0"/>
                </a:gra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F77A56B-CD68-22F4-F473-A2063E81D70D}"/>
              </a:ext>
            </a:extLst>
          </p:cNvPr>
          <p:cNvCxnSpPr>
            <a:cxnSpLocks/>
          </p:cNvCxnSpPr>
          <p:nvPr/>
        </p:nvCxnSpPr>
        <p:spPr>
          <a:xfrm flipH="1">
            <a:off x="394716" y="4662243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4560225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0BED7B15-76E6-E98E-A0BB-6188FC145CDD}"/>
              </a:ext>
            </a:extLst>
          </p:cNvPr>
          <p:cNvSpPr/>
          <p:nvPr/>
        </p:nvSpPr>
        <p:spPr>
          <a:xfrm rot="10800000" flipH="1">
            <a:off x="-1" y="0"/>
            <a:ext cx="12192002" cy="6858000"/>
          </a:xfrm>
          <a:prstGeom prst="rect">
            <a:avLst/>
          </a:prstGeom>
          <a:gradFill flip="none" rotWithShape="1">
            <a:gsLst>
              <a:gs pos="50000">
                <a:schemeClr val="accent3">
                  <a:lumMod val="60000"/>
                  <a:lumOff val="40000"/>
                  <a:alpha val="75000"/>
                </a:schemeClr>
              </a:gs>
              <a:gs pos="0">
                <a:schemeClr val="accent1">
                  <a:lumMod val="50000"/>
                </a:schemeClr>
              </a:gs>
              <a:gs pos="100000">
                <a:schemeClr val="accent4">
                  <a:lumMod val="50000"/>
                </a:schemeClr>
              </a:gs>
              <a:gs pos="85000">
                <a:schemeClr val="accent2">
                  <a:lumMod val="75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3602343-A974-BE4B-41E6-58237921FB4D}"/>
              </a:ext>
            </a:extLst>
          </p:cNvPr>
          <p:cNvSpPr/>
          <p:nvPr/>
        </p:nvSpPr>
        <p:spPr>
          <a:xfrm flipH="1">
            <a:off x="3683466" y="0"/>
            <a:ext cx="8508534" cy="6858000"/>
          </a:xfrm>
          <a:prstGeom prst="rect">
            <a:avLst/>
          </a:prstGeom>
          <a:gradFill flip="none" rotWithShape="1">
            <a:gsLst>
              <a:gs pos="6000">
                <a:schemeClr val="accent3">
                  <a:lumMod val="40000"/>
                  <a:lumOff val="60000"/>
                </a:schemeClr>
              </a:gs>
              <a:gs pos="73000">
                <a:schemeClr val="accent3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1022E84-7D91-EFA0-CBCA-F9AC98E6181F}"/>
              </a:ext>
            </a:extLst>
          </p:cNvPr>
          <p:cNvSpPr/>
          <p:nvPr/>
        </p:nvSpPr>
        <p:spPr>
          <a:xfrm rot="5400000">
            <a:off x="1670408" y="-1670408"/>
            <a:ext cx="7492544" cy="10833360"/>
          </a:xfrm>
          <a:prstGeom prst="rect">
            <a:avLst/>
          </a:prstGeom>
          <a:gradFill flip="none" rotWithShape="1">
            <a:gsLst>
              <a:gs pos="58000">
                <a:schemeClr val="accent2">
                  <a:alpha val="0"/>
                </a:schemeClr>
              </a:gs>
              <a:gs pos="98000">
                <a:schemeClr val="accent6">
                  <a:lumMod val="75000"/>
                </a:schemeClr>
              </a:gs>
            </a:gsLst>
            <a:lin ang="9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6734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7DA0DC0-3518-750A-3821-192C03B2D059}"/>
              </a:ext>
            </a:extLst>
          </p:cNvPr>
          <p:cNvSpPr/>
          <p:nvPr/>
        </p:nvSpPr>
        <p:spPr>
          <a:xfrm rot="10800000">
            <a:off x="5031742" y="-20336"/>
            <a:ext cx="7160258" cy="6878336"/>
          </a:xfrm>
          <a:prstGeom prst="rect">
            <a:avLst/>
          </a:prstGeom>
          <a:gradFill>
            <a:gsLst>
              <a:gs pos="30000">
                <a:schemeClr val="accent4">
                  <a:lumMod val="60000"/>
                  <a:lumOff val="40000"/>
                  <a:alpha val="0"/>
                </a:schemeClr>
              </a:gs>
              <a:gs pos="89000">
                <a:schemeClr val="bg2"/>
              </a:gs>
            </a:gsLst>
            <a:lin ang="96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5B402F4-533A-849C-ACAD-039056A5D174}"/>
              </a:ext>
            </a:extLst>
          </p:cNvPr>
          <p:cNvSpPr/>
          <p:nvPr/>
        </p:nvSpPr>
        <p:spPr>
          <a:xfrm flipH="1">
            <a:off x="8961" y="2704579"/>
            <a:ext cx="12183038" cy="4153421"/>
          </a:xfrm>
          <a:prstGeom prst="rect">
            <a:avLst/>
          </a:prstGeom>
          <a:gradFill flip="none" rotWithShape="1">
            <a:gsLst>
              <a:gs pos="20000">
                <a:schemeClr val="accent1">
                  <a:alpha val="0"/>
                </a:schemeClr>
              </a:gs>
              <a:gs pos="68000">
                <a:schemeClr val="bg2">
                  <a:alpha val="67000"/>
                </a:schemeClr>
              </a:gs>
              <a:gs pos="90000">
                <a:schemeClr val="bg2"/>
              </a:gs>
            </a:gsLst>
            <a:lin ang="4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E9E12D21-0607-5120-F81C-6E1DA0652CF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07C57871-2A1B-4C86-8A22-5FE3C4E2892B}" type="datetimeFigureOut">
              <a:rPr lang="en-US" smtClean="0"/>
              <a:t>23-Sep-26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E9E314-CB58-F3CE-7C32-D6103621A2D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0A1B35F-4D88-6EA9-8D55-4133CD961AF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0CB09805-FF07-486B-90BE-465A5F0C23A7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88124DA4-1249-371C-65BA-0AAC0239D4C1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274320" y="2704946"/>
            <a:ext cx="9801225" cy="3538538"/>
          </a:xfrm>
        </p:spPr>
        <p:txBody>
          <a:bodyPr anchor="b"/>
          <a:lstStyle>
            <a:lvl1pPr>
              <a:lnSpc>
                <a:spcPct val="100000"/>
              </a:lnSpc>
              <a:defRPr sz="5400"/>
            </a:lvl1pPr>
            <a:lvl2pPr>
              <a:lnSpc>
                <a:spcPct val="100000"/>
              </a:lnSpc>
              <a:defRPr sz="4800"/>
            </a:lvl2pPr>
            <a:lvl3pPr>
              <a:lnSpc>
                <a:spcPct val="100000"/>
              </a:lnSpc>
              <a:defRPr sz="4400"/>
            </a:lvl3pPr>
            <a:lvl4pPr>
              <a:lnSpc>
                <a:spcPct val="100000"/>
              </a:lnSpc>
              <a:defRPr sz="4000"/>
            </a:lvl4pPr>
            <a:lvl5pPr>
              <a:lnSpc>
                <a:spcPct val="100000"/>
              </a:lnSpc>
              <a:defRPr sz="3600"/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127930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5008CFE4-4AC8-17F9-C6E2-22D96CF8106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B774BFB-EECC-C995-E701-4CCEB032FC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3861412"/>
            <a:ext cx="12192000" cy="3010777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60000"/>
                  <a:lumOff val="40000"/>
                  <a:alpha val="70000"/>
                </a:schemeClr>
              </a:gs>
              <a:gs pos="50000">
                <a:schemeClr val="bg2">
                  <a:alpha val="0"/>
                </a:schemeClr>
              </a:gs>
            </a:gsLst>
            <a:lin ang="17160000" scaled="0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>
              <a:solidFill>
                <a:schemeClr val="tx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D2E260E-763F-A06B-2808-39975829F205}"/>
              </a:ext>
            </a:extLst>
          </p:cNvPr>
          <p:cNvSpPr/>
          <p:nvPr/>
        </p:nvSpPr>
        <p:spPr>
          <a:xfrm rot="5400000" flipH="1">
            <a:off x="2667005" y="-2666996"/>
            <a:ext cx="6857996" cy="12191993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chemeClr val="accent1">
                  <a:lumMod val="75000"/>
                  <a:alpha val="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E82642F-D94D-7313-EB9D-48E3CBEDD19C}"/>
              </a:ext>
            </a:extLst>
          </p:cNvPr>
          <p:cNvSpPr/>
          <p:nvPr/>
        </p:nvSpPr>
        <p:spPr>
          <a:xfrm rot="16200000" flipH="1">
            <a:off x="4381500" y="-4373435"/>
            <a:ext cx="3429000" cy="12175870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36000">
                <a:schemeClr val="accent6">
                  <a:alpha val="0"/>
                </a:schemeClr>
              </a:gs>
            </a:gsLst>
            <a:lin ang="21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23F0761-EA67-F7D1-62E4-095EADA262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66900" y="4967784"/>
            <a:ext cx="8484108" cy="1052015"/>
          </a:xfrm>
        </p:spPr>
        <p:txBody>
          <a:bodyPr anchor="ctr">
            <a:normAutofit/>
          </a:bodyPr>
          <a:lstStyle>
            <a:lvl1pPr marL="137160" indent="-137160">
              <a:lnSpc>
                <a:spcPct val="100000"/>
              </a:lnSpc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Quote Author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A78CD0-57A9-DB86-E3A3-40628E6D6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7C57871-2A1B-4C86-8A22-5FE3C4E2892B}" type="datetimeFigureOut">
              <a:rPr lang="en-US" smtClean="0"/>
              <a:t>23-Sep-26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4C2DF4-76B6-1299-74E1-66F403C01A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5CA15-3DFE-125B-C658-77179EDEA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CB09805-FF07-486B-90BE-465A5F0C23A7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5FAB025-061F-4B04-451A-37E42755863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866900" y="1405719"/>
            <a:ext cx="8484108" cy="3087622"/>
          </a:xfrm>
        </p:spPr>
        <p:txBody>
          <a:bodyPr vert="horz" lIns="91440" tIns="45720" rIns="91440" bIns="45720" rtlCol="0" anchor="ctr">
            <a:noAutofit/>
          </a:bodyPr>
          <a:lstStyle>
            <a:lvl1pPr marL="0" indent="0">
              <a:lnSpc>
                <a:spcPct val="100000"/>
              </a:lnSpc>
              <a:buNone/>
              <a:defRPr lang="en-US" sz="4000" b="0" dirty="0">
                <a:solidFill>
                  <a:schemeClr val="tx1"/>
                </a:solidFill>
              </a:defRPr>
            </a:lvl1pPr>
            <a:lvl2pPr marL="228600" indent="0">
              <a:lnSpc>
                <a:spcPct val="100000"/>
              </a:lnSpc>
              <a:buNone/>
              <a:defRPr lang="en-US" sz="4000" b="0" dirty="0">
                <a:solidFill>
                  <a:schemeClr val="tx1"/>
                </a:solidFill>
              </a:defRPr>
            </a:lvl2pPr>
            <a:lvl3pPr marL="457200" indent="0">
              <a:lnSpc>
                <a:spcPct val="100000"/>
              </a:lnSpc>
              <a:buNone/>
              <a:defRPr lang="en-US" sz="4000" b="0" dirty="0">
                <a:solidFill>
                  <a:schemeClr val="tx1"/>
                </a:solidFill>
              </a:defRPr>
            </a:lvl3pPr>
            <a:lvl4pPr marL="685800" indent="0">
              <a:lnSpc>
                <a:spcPct val="100000"/>
              </a:lnSpc>
              <a:buNone/>
              <a:defRPr lang="en-US" sz="4000" b="0" dirty="0">
                <a:solidFill>
                  <a:schemeClr val="tx1"/>
                </a:solidFill>
              </a:defRPr>
            </a:lvl4pPr>
            <a:lvl5pPr marL="914400" indent="0">
              <a:lnSpc>
                <a:spcPct val="100000"/>
              </a:lnSpc>
              <a:buNone/>
              <a:defRPr lang="en-US" sz="3600" b="0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add Quote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D1ECC83-D6FA-D54B-81F2-EE93577E016F}"/>
              </a:ext>
            </a:extLst>
          </p:cNvPr>
          <p:cNvCxnSpPr>
            <a:cxnSpLocks/>
          </p:cNvCxnSpPr>
          <p:nvPr/>
        </p:nvCxnSpPr>
        <p:spPr>
          <a:xfrm flipH="1">
            <a:off x="2077285" y="4810814"/>
            <a:ext cx="8273723" cy="0"/>
          </a:xfrm>
          <a:prstGeom prst="line">
            <a:avLst/>
          </a:prstGeom>
          <a:ln w="6350">
            <a:solidFill>
              <a:schemeClr val="tx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8594103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62000"/>
            <a:ext cx="7012885" cy="1381432"/>
          </a:xfrm>
        </p:spPr>
        <p:txBody>
          <a:bodyPr anchor="t">
            <a:noAutofit/>
          </a:bodyPr>
          <a:lstStyle>
            <a:lvl1pPr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52CF0D-DCF6-2401-8AD6-ED12BCF0D0F7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07C57871-2A1B-4C86-8A22-5FE3C4E2892B}" type="datetimeFigureOut">
              <a:rPr lang="en-US" smtClean="0"/>
              <a:t>23-Sep-26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7F5585-231E-4B46-143C-086AE5C56D2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CE8D9E-59BD-DBC5-F43C-8A6A21AE2F1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0CB09805-FF07-486B-90BE-465A5F0C23A7}" type="slidenum">
              <a:rPr lang="en-US" smtClean="0"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ABA73FC-7BD1-70E0-E0BB-062C0B9E495C}"/>
              </a:ext>
            </a:extLst>
          </p:cNvPr>
          <p:cNvCxnSpPr>
            <a:cxnSpLocks/>
          </p:cNvCxnSpPr>
          <p:nvPr/>
        </p:nvCxnSpPr>
        <p:spPr>
          <a:xfrm flipH="1">
            <a:off x="394716" y="3032970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DE12F779-E4E9-1000-6D97-63D7AD0CD426}"/>
              </a:ext>
            </a:extLst>
          </p:cNvPr>
          <p:cNvSpPr/>
          <p:nvPr/>
        </p:nvSpPr>
        <p:spPr>
          <a:xfrm rot="5400000" flipH="1">
            <a:off x="4765041" y="-568961"/>
            <a:ext cx="2661919" cy="12192002"/>
          </a:xfrm>
          <a:prstGeom prst="rect">
            <a:avLst/>
          </a:prstGeom>
          <a:gradFill>
            <a:gsLst>
              <a:gs pos="51000">
                <a:schemeClr val="bg2">
                  <a:alpha val="0"/>
                </a:schemeClr>
              </a:gs>
              <a:gs pos="98276">
                <a:schemeClr val="tx2"/>
              </a:gs>
              <a:gs pos="85000">
                <a:schemeClr val="accent1">
                  <a:alpha val="8500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11177CF-A7A2-912C-416D-E7E03D2C5291}"/>
              </a:ext>
            </a:extLst>
          </p:cNvPr>
          <p:cNvSpPr/>
          <p:nvPr/>
        </p:nvSpPr>
        <p:spPr>
          <a:xfrm rot="5400000" flipH="1">
            <a:off x="4516120" y="-817882"/>
            <a:ext cx="3159760" cy="12192003"/>
          </a:xfrm>
          <a:prstGeom prst="rect">
            <a:avLst/>
          </a:prstGeom>
          <a:gradFill>
            <a:gsLst>
              <a:gs pos="62000">
                <a:schemeClr val="bg2">
                  <a:alpha val="0"/>
                </a:schemeClr>
              </a:gs>
              <a:gs pos="98276">
                <a:schemeClr val="accent5"/>
              </a:gs>
              <a:gs pos="88000">
                <a:schemeClr val="accent3">
                  <a:alpha val="49000"/>
                </a:schemeClr>
              </a:gs>
            </a:gsLst>
            <a:lin ang="1038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03230" y="3429000"/>
            <a:ext cx="11171699" cy="2465612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3539172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A3CA1D0-5ABF-E529-5411-F834222E48FC}"/>
              </a:ext>
            </a:extLst>
          </p:cNvPr>
          <p:cNvSpPr/>
          <p:nvPr/>
        </p:nvSpPr>
        <p:spPr>
          <a:xfrm rot="5400000">
            <a:off x="5020923" y="-2430130"/>
            <a:ext cx="1825034" cy="11866880"/>
          </a:xfrm>
          <a:prstGeom prst="rect">
            <a:avLst/>
          </a:prstGeom>
          <a:gradFill>
            <a:gsLst>
              <a:gs pos="41000">
                <a:schemeClr val="bg1">
                  <a:alpha val="0"/>
                </a:schemeClr>
              </a:gs>
              <a:gs pos="85612">
                <a:schemeClr val="accent4">
                  <a:alpha val="78000"/>
                </a:schemeClr>
              </a:gs>
              <a:gs pos="100000">
                <a:schemeClr val="accent6"/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40F5D87-BF9C-3DAE-D977-87A4FA7749F4}"/>
              </a:ext>
            </a:extLst>
          </p:cNvPr>
          <p:cNvSpPr/>
          <p:nvPr/>
        </p:nvSpPr>
        <p:spPr>
          <a:xfrm rot="10800000" flipH="1">
            <a:off x="0" y="2590790"/>
            <a:ext cx="12192000" cy="1825033"/>
          </a:xfrm>
          <a:prstGeom prst="rect">
            <a:avLst/>
          </a:prstGeom>
          <a:gradFill>
            <a:gsLst>
              <a:gs pos="68000">
                <a:schemeClr val="bg2">
                  <a:alpha val="0"/>
                </a:schemeClr>
              </a:gs>
              <a:gs pos="98851">
                <a:schemeClr val="accent5">
                  <a:lumMod val="60000"/>
                  <a:lumOff val="40000"/>
                </a:schemeClr>
              </a:gs>
              <a:gs pos="89000">
                <a:schemeClr val="accent3">
                  <a:lumMod val="60000"/>
                  <a:lumOff val="40000"/>
                  <a:alpha val="35000"/>
                </a:schemeClr>
              </a:gs>
            </a:gsLst>
            <a:lin ang="5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62000"/>
            <a:ext cx="6095999" cy="1454506"/>
          </a:xfrm>
        </p:spPr>
        <p:txBody>
          <a:bodyPr anchor="t">
            <a:normAutofit/>
          </a:bodyPr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CAECC89-C65D-CAD6-3F7F-24F67D81DCF1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07C57871-2A1B-4C86-8A22-5FE3C4E2892B}" type="datetimeFigureOut">
              <a:rPr lang="en-US" smtClean="0"/>
              <a:t>23-Sep-26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664FAF8-D2CD-617D-EEE4-AFE7E979984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0DB779D-8A81-935C-F850-6C0DCAD5E6D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0CB09805-FF07-486B-90BE-465A5F0C23A7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620000" y="3337560"/>
            <a:ext cx="3595171" cy="2828581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800" dirty="0"/>
            </a:lvl1pPr>
            <a:lvl2pPr marL="228600" indent="0">
              <a:buNone/>
              <a:defRPr lang="en-US" sz="1400" dirty="0"/>
            </a:lvl2pPr>
            <a:lvl3pPr marL="457200" indent="0">
              <a:buNone/>
              <a:defRPr lang="en-US" sz="1200" dirty="0"/>
            </a:lvl3pPr>
            <a:lvl4pPr marL="685800" indent="0">
              <a:buNone/>
              <a:defRPr lang="en-US" sz="1100" dirty="0"/>
            </a:lvl4pPr>
            <a:lvl5pPr marL="914400" indent="0">
              <a:buNone/>
              <a:defRPr lang="en-US" sz="105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2225632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31520"/>
            <a:ext cx="10858500" cy="692389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C2184DE-1D38-B3AE-D560-557B3726B547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07C57871-2A1B-4C86-8A22-5FE3C4E2892B}" type="datetimeFigureOut">
              <a:rPr lang="en-US" smtClean="0"/>
              <a:t>23-Sep-26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92A082C-5D4A-4A20-87E3-9906B5F3BAF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D66BE47-AC20-1061-07AD-89A41D02F48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0CB09805-FF07-486B-90BE-465A5F0C23A7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0A35E0D-62A8-3554-9B0A-F98F410BA73C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301625" y="1806575"/>
            <a:ext cx="5165725" cy="4586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6">
            <a:extLst>
              <a:ext uri="{FF2B5EF4-FFF2-40B4-BE49-F238E27FC236}">
                <a16:creationId xmlns:a16="http://schemas.microsoft.com/office/drawing/2014/main" id="{59B3B287-1823-BE94-2755-A041E87636AD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723891" y="1806575"/>
            <a:ext cx="4991100" cy="4586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AFB33C1-66E4-5420-EAC7-ECB72519298E}"/>
              </a:ext>
            </a:extLst>
          </p:cNvPr>
          <p:cNvCxnSpPr>
            <a:cxnSpLocks/>
          </p:cNvCxnSpPr>
          <p:nvPr/>
        </p:nvCxnSpPr>
        <p:spPr>
          <a:xfrm flipH="1">
            <a:off x="394716" y="1584960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0346694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06AE5CFF-8C53-04B8-D45D-5572C54FE40F}"/>
              </a:ext>
            </a:extLst>
          </p:cNvPr>
          <p:cNvSpPr/>
          <p:nvPr/>
        </p:nvSpPr>
        <p:spPr>
          <a:xfrm flipV="1">
            <a:off x="0" y="0"/>
            <a:ext cx="12191999" cy="1337733"/>
          </a:xfrm>
          <a:prstGeom prst="rect">
            <a:avLst/>
          </a:prstGeom>
          <a:gradFill>
            <a:gsLst>
              <a:gs pos="51000">
                <a:schemeClr val="accent2">
                  <a:lumMod val="50000"/>
                  <a:alpha val="0"/>
                </a:schemeClr>
              </a:gs>
              <a:gs pos="100000">
                <a:schemeClr val="accent1">
                  <a:alpha val="40000"/>
                </a:schemeClr>
              </a:gs>
            </a:gsLst>
            <a:lin ang="57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31520"/>
            <a:ext cx="11585448" cy="66206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705EA491-E08A-48B5-7211-33514A94530C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07C57871-2A1B-4C86-8A22-5FE3C4E2892B}" type="datetimeFigureOut">
              <a:rPr lang="en-US" smtClean="0"/>
              <a:t>23-Sep-26</a:t>
            </a:fld>
            <a:endParaRPr lang="en-US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259980DF-BFB1-0E16-FE9E-D2D30ED180E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6EA97154-58A7-DD75-CD73-93F442F34125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0CB09805-FF07-486B-90BE-465A5F0C23A7}" type="slidenum">
              <a:rPr lang="en-US" smtClean="0"/>
              <a:t>‹#›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1752" y="1775779"/>
            <a:ext cx="5166360" cy="640080"/>
          </a:xfrm>
        </p:spPr>
        <p:txBody>
          <a:bodyPr anchor="ctr" anchorCtr="0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13701989-F794-F145-FEEE-631718E4D69C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301625" y="2492481"/>
            <a:ext cx="5165725" cy="39003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720840" y="1775777"/>
            <a:ext cx="5166360" cy="640080"/>
          </a:xfrm>
        </p:spPr>
        <p:txBody>
          <a:bodyPr anchor="ctr" anchorCtr="0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Content Placeholder 6">
            <a:extLst>
              <a:ext uri="{FF2B5EF4-FFF2-40B4-BE49-F238E27FC236}">
                <a16:creationId xmlns:a16="http://schemas.microsoft.com/office/drawing/2014/main" id="{A3BB3E04-BBB2-1EB1-AF01-EFE05E004270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723890" y="2492481"/>
            <a:ext cx="5181907" cy="39003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692CF81-A7A7-1362-125E-EEC5C8BD16E7}"/>
              </a:ext>
            </a:extLst>
          </p:cNvPr>
          <p:cNvCxnSpPr>
            <a:cxnSpLocks/>
          </p:cNvCxnSpPr>
          <p:nvPr/>
        </p:nvCxnSpPr>
        <p:spPr>
          <a:xfrm flipH="1">
            <a:off x="394716" y="1579934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11E71789-6ED9-AA74-B78C-05CAF80B5536}"/>
              </a:ext>
            </a:extLst>
          </p:cNvPr>
          <p:cNvSpPr/>
          <p:nvPr/>
        </p:nvSpPr>
        <p:spPr>
          <a:xfrm flipV="1">
            <a:off x="0" y="0"/>
            <a:ext cx="12191999" cy="1337733"/>
          </a:xfrm>
          <a:prstGeom prst="rect">
            <a:avLst/>
          </a:prstGeom>
          <a:gradFill>
            <a:gsLst>
              <a:gs pos="51000">
                <a:schemeClr val="accent2">
                  <a:lumMod val="50000"/>
                  <a:alpha val="0"/>
                </a:schemeClr>
              </a:gs>
              <a:gs pos="100000">
                <a:schemeClr val="accent1">
                  <a:alpha val="40000"/>
                </a:schemeClr>
              </a:gs>
            </a:gsLst>
            <a:lin ang="57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880899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005840"/>
            <a:ext cx="9906000" cy="801042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57871-2A1B-4C86-8A22-5FE3C4E2892B}" type="datetimeFigureOut">
              <a:rPr lang="en-US" smtClean="0"/>
              <a:t>23-Sep-26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09805-FF07-486B-90BE-465A5F0C23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180451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57871-2A1B-4C86-8A22-5FE3C4E2892B}" type="datetimeFigureOut">
              <a:rPr lang="en-US" smtClean="0"/>
              <a:t>23-Sep-26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09805-FF07-486B-90BE-465A5F0C23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895370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FAACA2-6A17-14A4-95FD-D39D55129F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1BDDABA-2F20-BA8E-98AF-AFD903F479A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85AFD7-4791-42D5-14BF-BCF78DA2FE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57871-2A1B-4C86-8A22-5FE3C4E2892B}" type="datetimeFigureOut">
              <a:rPr lang="en-US" smtClean="0"/>
              <a:t>23-Sep-26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DEB321-C1A8-7F95-EBB6-3591B75CD6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D9F052-2D19-4EED-7F0E-B2271B8967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09805-FF07-486B-90BE-465A5F0C23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33530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869140"/>
            <a:ext cx="11604046" cy="96920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1752" y="210114"/>
            <a:ext cx="1759288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800" cap="none" spc="0" baseline="0">
                <a:solidFill>
                  <a:schemeClr val="tx1"/>
                </a:solidFill>
              </a:defRPr>
            </a:lvl1pPr>
          </a:lstStyle>
          <a:p>
            <a:fld id="{07C57871-2A1B-4C86-8A22-5FE3C4E2892B}" type="datetimeFigureOut">
              <a:rPr lang="en-US" smtClean="0"/>
              <a:t>23-Sep-26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622485" y="210114"/>
            <a:ext cx="2509284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800" cap="none" spc="0" baseline="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00323" y="210114"/>
            <a:ext cx="605475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800" cap="none" spc="0" baseline="0">
                <a:solidFill>
                  <a:schemeClr val="tx1"/>
                </a:solidFill>
              </a:defRPr>
            </a:lvl1pPr>
          </a:lstStyle>
          <a:p>
            <a:fld id="{0CB09805-FF07-486B-90BE-465A5F0C23A7}" type="slidenum">
              <a:rPr lang="en-US" smtClean="0"/>
              <a:t>‹#›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1752" y="2047284"/>
            <a:ext cx="11604046" cy="42346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3E5EF3F-856F-01A0-B658-94EAB13FC060}"/>
              </a:ext>
            </a:extLst>
          </p:cNvPr>
          <p:cNvCxnSpPr>
            <a:cxnSpLocks/>
          </p:cNvCxnSpPr>
          <p:nvPr/>
        </p:nvCxnSpPr>
        <p:spPr>
          <a:xfrm flipH="1">
            <a:off x="394716" y="751313"/>
            <a:ext cx="11402568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8226301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2800" b="0" kern="1200" spc="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None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1pPr>
      <a:lvl2pPr marL="2286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2pPr>
      <a:lvl3pPr marL="4572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3pPr>
      <a:lvl4pPr marL="6858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4pPr>
      <a:lvl5pPr marL="9144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1" pos="168">
          <p15:clr>
            <a:srgbClr val="F26B43"/>
          </p15:clr>
        </p15:guide>
        <p15:guide id="22" orient="horz" pos="2160">
          <p15:clr>
            <a:srgbClr val="F26B43"/>
          </p15:clr>
        </p15:guide>
        <p15:guide id="23" pos="4800">
          <p15:clr>
            <a:srgbClr val="F26B43"/>
          </p15:clr>
        </p15:guide>
        <p15:guide id="24" orient="horz" pos="480">
          <p15:clr>
            <a:srgbClr val="F26B43"/>
          </p15:clr>
        </p15:guide>
        <p15:guide id="25" orient="horz" pos="864">
          <p15:clr>
            <a:srgbClr val="F26B43"/>
          </p15:clr>
        </p15:guide>
        <p15:guide id="26" pos="7392">
          <p15:clr>
            <a:srgbClr val="F26B43"/>
          </p15:clr>
        </p15:guide>
        <p15:guide id="27" orient="horz" pos="3840">
          <p15:clr>
            <a:srgbClr val="F26B43"/>
          </p15:clr>
        </p15:guide>
        <p15:guide id="28" pos="240">
          <p15:clr>
            <a:srgbClr val="F26B43"/>
          </p15:clr>
        </p15:guide>
        <p15:guide id="29" pos="74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8.org&amp;utm_campaign=parser&amp;utm_content=thumbnail"/><Relationship Id="rId1" Type="http://schemas.openxmlformats.org/officeDocument/2006/relationships/slideLayout" Target="../slideLayouts/slideLayout2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1"/><Relationship Id="rId1" Type="http://schemas.openxmlformats.org/officeDocument/2006/relationships/slideLayout" Target="../slideLayouts/slideLayout2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blog.travelminit.ro/locuri-impresionante-de-vazut-in-carpatii-meridionali/?utm_source=gemini" TargetMode="External"/><Relationship Id="rId2" Type="http://schemas.openxmlformats.org/officeDocument/2006/relationships/hyperlink" Target="https://www.tourismguide.ro/x/carpatii_meridionali/?utm_source=gemini" TargetMode="External"/><Relationship Id="rId1" Type="http://schemas.openxmlformats.org/officeDocument/2006/relationships/slideLayout" Target="../slideLayouts/slideLayout28.xml"/><Relationship Id="rId5" Type="http://schemas.openxmlformats.org/officeDocument/2006/relationships/hyperlink" Target="https://ro.wikipedia.org/wiki/Carpa%C8%9Bii_Meridionali" TargetMode="External"/><Relationship Id="rId4" Type="http://schemas.openxmlformats.org/officeDocument/2006/relationships/hyperlink" Target="https://adevarul.ro/stiri-locale/brasov/cele-mai-frumoase-locuri-din-carpatii-meridionali-1642815.html?utm_source=gemini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4829B4-78D6-CE53-215F-2015A52D7E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50470" y="433647"/>
            <a:ext cx="7699427" cy="1715105"/>
          </a:xfrm>
        </p:spPr>
        <p:txBody>
          <a:bodyPr>
            <a:normAutofit/>
          </a:bodyPr>
          <a:lstStyle/>
          <a:p>
            <a:r>
              <a:rPr lang="en-US" sz="4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Poten</a:t>
            </a:r>
            <a:r>
              <a:rPr lang="ro-RO" sz="4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țialul turistic al </a:t>
            </a:r>
            <a:br>
              <a:rPr lang="ro-RO" sz="4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ro-RO" sz="4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Carpaților Meridionali</a:t>
            </a:r>
            <a:endParaRPr lang="en-US" sz="4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1FE86C1-53E8-8CDC-4D7F-F9D8198044A1}"/>
              </a:ext>
            </a:extLst>
          </p:cNvPr>
          <p:cNvSpPr/>
          <p:nvPr/>
        </p:nvSpPr>
        <p:spPr>
          <a:xfrm>
            <a:off x="8365401" y="5638105"/>
            <a:ext cx="3891668" cy="95410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ro-RO" sz="28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Vacaru Tudor – Ioan</a:t>
            </a:r>
          </a:p>
          <a:p>
            <a:pPr algn="ctr"/>
            <a:r>
              <a:rPr lang="ro-RO" sz="28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Clasa a VIII - a C</a:t>
            </a:r>
            <a:endParaRPr lang="en-US" sz="28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F735191-4C5E-0618-3286-F1E51DDDFC09}"/>
              </a:ext>
            </a:extLst>
          </p:cNvPr>
          <p:cNvSpPr txBox="1"/>
          <p:nvPr/>
        </p:nvSpPr>
        <p:spPr>
          <a:xfrm>
            <a:off x="2431088" y="2023550"/>
            <a:ext cx="69077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De la </a:t>
            </a:r>
            <a:r>
              <a:rPr lang="en-US" b="1" dirty="0" err="1"/>
              <a:t>vârfurile</a:t>
            </a:r>
            <a:r>
              <a:rPr lang="en-US" b="1" dirty="0"/>
              <a:t> </a:t>
            </a:r>
            <a:r>
              <a:rPr lang="en-US" b="1" dirty="0" err="1"/>
              <a:t>înghețate</a:t>
            </a:r>
            <a:r>
              <a:rPr lang="en-US" b="1" dirty="0"/>
              <a:t> la </a:t>
            </a:r>
            <a:r>
              <a:rPr lang="en-US" b="1" dirty="0" err="1"/>
              <a:t>drumurile</a:t>
            </a:r>
            <a:r>
              <a:rPr lang="en-US" b="1" dirty="0"/>
              <a:t> </a:t>
            </a:r>
            <a:r>
              <a:rPr lang="en-US" b="1" dirty="0" err="1"/>
              <a:t>dintre</a:t>
            </a:r>
            <a:r>
              <a:rPr lang="en-US" b="1" dirty="0"/>
              <a:t> nori </a:t>
            </a:r>
            <a:r>
              <a:rPr lang="en-US" b="1" dirty="0" err="1"/>
              <a:t>și</a:t>
            </a:r>
            <a:r>
              <a:rPr lang="en-US" b="1" dirty="0"/>
              <a:t> </a:t>
            </a:r>
            <a:r>
              <a:rPr lang="en-US" b="1" dirty="0" err="1"/>
              <a:t>legende</a:t>
            </a:r>
            <a:r>
              <a:rPr lang="en-US" b="1" dirty="0"/>
              <a:t> </a:t>
            </a:r>
            <a:r>
              <a:rPr lang="en-US" b="1" dirty="0" err="1"/>
              <a:t>străvechi</a:t>
            </a:r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1555572-354F-A0B5-A47C-3067D7D6F2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3596" y="2561848"/>
            <a:ext cx="5253174" cy="3153990"/>
          </a:xfrm>
          <a:prstGeom prst="ellipse">
            <a:avLst/>
          </a:prstGeom>
          <a:ln w="190500" cap="rnd">
            <a:solidFill>
              <a:srgbClr val="C8C6BD"/>
            </a:solidFill>
            <a:prstDash val="solid"/>
          </a:ln>
          <a:effectLst>
            <a:outerShdw blurRad="127000" algn="bl" rotWithShape="0">
              <a:srgbClr val="000000"/>
            </a:outerShdw>
          </a:effectLst>
          <a:scene3d>
            <a:camera prst="perspectiveFront" fov="5400000"/>
            <a:lightRig rig="threePt" dir="t">
              <a:rot lat="0" lon="0" rev="192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</p:spTree>
    <p:extLst>
      <p:ext uri="{BB962C8B-B14F-4D97-AF65-F5344CB8AC3E}">
        <p14:creationId xmlns:p14="http://schemas.microsoft.com/office/powerpoint/2010/main" val="149364499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  <p:bldP spid="7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8C5202-55D6-D8B3-37F7-747B30EF16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62000"/>
            <a:ext cx="6095999" cy="1454506"/>
          </a:xfrm>
        </p:spPr>
        <p:txBody>
          <a:bodyPr anchor="t">
            <a:normAutofit/>
          </a:bodyPr>
          <a:lstStyle/>
          <a:p>
            <a:r>
              <a:rPr lang="ro-RO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Cuprins</a:t>
            </a:r>
            <a:endParaRPr lang="en-US" b="1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0A6A8A-C8BB-0628-1C30-C459C60C21A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66939" y="3429000"/>
            <a:ext cx="3595171" cy="2828581"/>
          </a:xfrm>
        </p:spPr>
        <p:txBody>
          <a:bodyPr>
            <a:normAutofit fontScale="92500" lnSpcReduction="10000"/>
          </a:bodyPr>
          <a:lstStyle/>
          <a:p>
            <a:pPr marL="342900" indent="-342900">
              <a:lnSpc>
                <a:spcPct val="110000"/>
              </a:lnSpc>
              <a:buAutoNum type="arabicPeriod"/>
            </a:pPr>
            <a:r>
              <a:rPr lang="ro-RO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hlinkClick r:id="" action="ppaction://noaction"/>
              </a:rPr>
              <a:t>Introducere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;</a:t>
            </a:r>
            <a:endParaRPr lang="ro-RO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342900" indent="-342900">
              <a:lnSpc>
                <a:spcPct val="110000"/>
              </a:lnSpc>
              <a:buAutoNum type="arabicPeriod"/>
            </a:pPr>
            <a:r>
              <a:rPr lang="ro-RO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hlinkClick r:id="" action="ppaction://noaction"/>
              </a:rPr>
              <a:t>Munții Bucegi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;</a:t>
            </a:r>
            <a:endParaRPr lang="ro-RO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342900" indent="-342900">
              <a:lnSpc>
                <a:spcPct val="110000"/>
              </a:lnSpc>
              <a:buAutoNum type="arabicPeriod"/>
            </a:pPr>
            <a:r>
              <a:rPr lang="ro-RO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hlinkClick r:id="" action="ppaction://noaction"/>
              </a:rPr>
              <a:t>Munții Făgăraș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;</a:t>
            </a:r>
            <a:endParaRPr lang="ro-RO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342900" indent="-342900">
              <a:lnSpc>
                <a:spcPct val="110000"/>
              </a:lnSpc>
              <a:buAutoNum type="arabicPeriod"/>
            </a:pPr>
            <a:r>
              <a:rPr lang="ro-RO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hlinkClick r:id="" action="ppaction://noaction"/>
              </a:rPr>
              <a:t>Transfăgărășanul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;</a:t>
            </a:r>
            <a:endParaRPr lang="ro-RO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342900" indent="-342900">
              <a:lnSpc>
                <a:spcPct val="110000"/>
              </a:lnSpc>
              <a:buAutoNum type="arabicPeriod"/>
            </a:pPr>
            <a:r>
              <a:rPr lang="ro-RO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hlinkClick r:id="" action="ppaction://noaction"/>
              </a:rPr>
              <a:t>Munții Parâng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;</a:t>
            </a:r>
            <a:endParaRPr lang="ro-RO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342900" indent="-342900">
              <a:lnSpc>
                <a:spcPct val="110000"/>
              </a:lnSpc>
              <a:buAutoNum type="arabicPeriod"/>
            </a:pPr>
            <a:r>
              <a:rPr lang="ro-RO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hlinkClick r:id="" action="ppaction://noaction"/>
              </a:rPr>
              <a:t>Transalpina</a:t>
            </a:r>
            <a:r>
              <a:rPr lang="ro-RO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– „Drumul regelui”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;</a:t>
            </a:r>
            <a:endParaRPr lang="ro-RO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342900" indent="-342900">
              <a:lnSpc>
                <a:spcPct val="110000"/>
              </a:lnSpc>
              <a:buAutoNum type="arabicPeriod"/>
            </a:pPr>
            <a:r>
              <a:rPr lang="ro-RO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hlinkClick r:id="" action="ppaction://noaction"/>
              </a:rPr>
              <a:t>Munții Retezat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;</a:t>
            </a:r>
            <a:endParaRPr lang="ro-RO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342900" indent="-342900">
              <a:lnSpc>
                <a:spcPct val="110000"/>
              </a:lnSpc>
              <a:buAutoNum type="arabicPeriod"/>
            </a:pPr>
            <a:endParaRPr lang="ro-RO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342900" indent="-342900">
              <a:lnSpc>
                <a:spcPct val="110000"/>
              </a:lnSpc>
              <a:buAutoNum type="arabicPeriod"/>
            </a:pPr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33254555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ageCurlDouble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544586-040E-2F80-4348-D1517C89CF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5279" y="877920"/>
            <a:ext cx="9144000" cy="1077629"/>
          </a:xfrm>
        </p:spPr>
        <p:txBody>
          <a:bodyPr>
            <a:normAutofit/>
          </a:bodyPr>
          <a:lstStyle/>
          <a:p>
            <a:pPr algn="l"/>
            <a:r>
              <a:rPr lang="ro-RO" sz="5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Introducere</a:t>
            </a:r>
            <a:endParaRPr lang="en-US" sz="5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0F73758-B3C2-F529-926A-20F7AFF629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5567" y="2316445"/>
            <a:ext cx="11847969" cy="3894231"/>
          </a:xfrm>
        </p:spPr>
        <p:txBody>
          <a:bodyPr>
            <a:normAutofit/>
          </a:bodyPr>
          <a:lstStyle/>
          <a:p>
            <a:pPr marL="342900" lvl="0" indent="-342900" algn="l">
              <a:buFont typeface="Arial" panose="020B0604020202020204" pitchFamily="34" charset="0"/>
              <a:buChar char="•"/>
            </a:pP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Carpații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Meridionali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reprezintă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cea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mai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masivă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și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spectaculoasă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regiune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montană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a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țării</a:t>
            </a:r>
            <a:endParaRPr lang="en-US" sz="20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342900" lvl="0" indent="-342900" algn="l">
              <a:buFont typeface="Arial" panose="020B0604020202020204" pitchFamily="34" charset="0"/>
              <a:buChar char="•"/>
            </a:pPr>
            <a:r>
              <a:rPr lang="en-US" sz="20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Așezare</a:t>
            </a:r>
            <a:r>
              <a:rPr lang="en-US" sz="2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: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Se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desfășoară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între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Valea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Prahovei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(est)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și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Culoarul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Timiș-Cerna (vest). </a:t>
            </a:r>
          </a:p>
          <a:p>
            <a:pPr marL="342900" lvl="0" indent="-342900" algn="l">
              <a:buFont typeface="Arial" panose="020B0604020202020204" pitchFamily="34" charset="0"/>
              <a:buChar char="•"/>
            </a:pPr>
            <a:r>
              <a:rPr lang="en-US" sz="2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„</a:t>
            </a:r>
            <a:r>
              <a:rPr lang="en-US" sz="20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Alpii</a:t>
            </a:r>
            <a:r>
              <a:rPr lang="en-US" sz="2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Transilvaniei</a:t>
            </a:r>
            <a:r>
              <a:rPr lang="en-US" sz="2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”: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Denumiți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astfel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de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geograful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Emmanuel de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Martonne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datorită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masivității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și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reliefului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glaciar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crestat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 </a:t>
            </a:r>
          </a:p>
          <a:p>
            <a:pPr marL="342900" lvl="0" indent="-342900" algn="l">
              <a:buFont typeface="Arial" panose="020B0604020202020204" pitchFamily="34" charset="0"/>
              <a:buChar char="•"/>
            </a:pP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Este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cea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mai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înaltă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grupă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muntoasă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din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România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dominând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regiunile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vecine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cu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diferențe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de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nivel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de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peste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1.000 m. </a:t>
            </a:r>
          </a:p>
          <a:p>
            <a:pPr marL="342900" lvl="0" indent="-342900" algn="l">
              <a:buFont typeface="Arial" panose="020B0604020202020204" pitchFamily="34" charset="0"/>
              <a:buChar char="•"/>
            </a:pPr>
            <a:r>
              <a:rPr lang="en-US" sz="20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Subdiviziuni</a:t>
            </a:r>
            <a:r>
              <a:rPr lang="en-US" sz="2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: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Se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divid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în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patru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mari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grupe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montane: Bucegi,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Făgăraș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Parâng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și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Retezat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6246904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4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9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4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9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4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76B8B3-ACBA-90BA-69B0-CC6072FF27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3675" y="912137"/>
            <a:ext cx="11123691" cy="688063"/>
          </a:xfrm>
        </p:spPr>
        <p:txBody>
          <a:bodyPr>
            <a:normAutofit/>
          </a:bodyPr>
          <a:lstStyle/>
          <a:p>
            <a:pPr algn="l"/>
            <a:r>
              <a:rPr lang="en-US" sz="4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Grupa </a:t>
            </a:r>
            <a:r>
              <a:rPr lang="en-US" sz="4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Munților</a:t>
            </a:r>
            <a:r>
              <a:rPr lang="en-US" sz="4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Bucegi – </a:t>
            </a:r>
            <a:r>
              <a:rPr lang="en-US" sz="4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Sfinxul</a:t>
            </a:r>
            <a:r>
              <a:rPr lang="en-US" sz="4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și</a:t>
            </a:r>
            <a:r>
              <a:rPr lang="en-US" sz="4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Babele</a:t>
            </a:r>
            <a:endParaRPr lang="en-US" sz="4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153B615-F200-DBEC-852D-E366361B4A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83674" y="1881879"/>
            <a:ext cx="11576365" cy="4063983"/>
          </a:xfrm>
        </p:spPr>
        <p:txBody>
          <a:bodyPr>
            <a:normAutofit/>
          </a:bodyPr>
          <a:lstStyle/>
          <a:p>
            <a:pPr algn="l"/>
            <a:r>
              <a:rPr lang="ro-RO" sz="2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- </a:t>
            </a:r>
            <a:r>
              <a:rPr lang="en-US" sz="22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Locație</a:t>
            </a:r>
            <a:r>
              <a:rPr lang="en-US" sz="2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: </a:t>
            </a:r>
            <a:r>
              <a:rPr lang="en-US" sz="22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Platoul</a:t>
            </a:r>
            <a:r>
              <a:rPr lang="en-US" sz="2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2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Bucegilor</a:t>
            </a:r>
            <a:r>
              <a:rPr lang="en-US" sz="2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</a:t>
            </a:r>
            <a:r>
              <a:rPr lang="en-US" sz="22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situat</a:t>
            </a:r>
            <a:r>
              <a:rPr lang="en-US" sz="2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la o </a:t>
            </a:r>
            <a:r>
              <a:rPr lang="en-US" sz="22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altitudine</a:t>
            </a:r>
            <a:r>
              <a:rPr lang="en-US" sz="2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de </a:t>
            </a:r>
            <a:r>
              <a:rPr lang="en-US" sz="22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peste</a:t>
            </a:r>
            <a:r>
              <a:rPr lang="en-US" sz="2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2.000 de </a:t>
            </a:r>
            <a:r>
              <a:rPr lang="en-US" sz="22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metri</a:t>
            </a:r>
            <a:r>
              <a:rPr lang="en-US" sz="2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;</a:t>
            </a:r>
            <a:endParaRPr lang="ro-RO" sz="2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lvl="0" algn="l"/>
            <a:r>
              <a:rPr lang="ro-RO" sz="2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- </a:t>
            </a:r>
            <a:r>
              <a:rPr lang="en-US" sz="22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Atracții</a:t>
            </a:r>
            <a:r>
              <a:rPr lang="en-US" sz="22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2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principale</a:t>
            </a:r>
            <a:r>
              <a:rPr lang="en-US" sz="22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:</a:t>
            </a:r>
            <a:r>
              <a:rPr lang="en-US" sz="2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2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Sfinxul</a:t>
            </a:r>
            <a:r>
              <a:rPr lang="en-US" sz="2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2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și</a:t>
            </a:r>
            <a:r>
              <a:rPr lang="en-US" sz="2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2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Babele</a:t>
            </a:r>
            <a:r>
              <a:rPr lang="en-US" sz="2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sunt </a:t>
            </a:r>
            <a:r>
              <a:rPr lang="en-US" sz="22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ni</a:t>
            </a:r>
            <a:r>
              <a:rPr lang="ro-RO" sz="2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ște</a:t>
            </a:r>
            <a:r>
              <a:rPr lang="en-US" sz="2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2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monumente</a:t>
            </a:r>
            <a:r>
              <a:rPr lang="ro-RO" sz="2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de piatră</a:t>
            </a:r>
            <a:r>
              <a:rPr lang="en-US" sz="2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ale </a:t>
            </a:r>
            <a:r>
              <a:rPr lang="en-US" sz="22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naturii</a:t>
            </a:r>
            <a:r>
              <a:rPr lang="en-US" sz="2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2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modelate</a:t>
            </a:r>
            <a:r>
              <a:rPr lang="en-US" sz="2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de </a:t>
            </a:r>
            <a:r>
              <a:rPr lang="en-US" sz="22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vânt</a:t>
            </a:r>
            <a:r>
              <a:rPr lang="en-US" sz="2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2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și</a:t>
            </a:r>
            <a:r>
              <a:rPr lang="en-US" sz="2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2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ploi</a:t>
            </a:r>
            <a:r>
              <a:rPr lang="en-US" sz="2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;</a:t>
            </a:r>
          </a:p>
          <a:p>
            <a:pPr lvl="0" algn="l"/>
            <a:r>
              <a:rPr lang="ro-RO" sz="22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-</a:t>
            </a:r>
            <a:r>
              <a:rPr lang="en-US" sz="2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2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În</a:t>
            </a:r>
            <a:r>
              <a:rPr lang="en-US" sz="2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2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jurul</a:t>
            </a:r>
            <a:r>
              <a:rPr lang="en-US" sz="2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2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acestor</a:t>
            </a:r>
            <a:r>
              <a:rPr lang="en-US" sz="2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2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forme</a:t>
            </a:r>
            <a:r>
              <a:rPr lang="en-US" sz="2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de relief s-au </a:t>
            </a:r>
            <a:r>
              <a:rPr lang="ro-RO" sz="2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format</a:t>
            </a:r>
            <a:r>
              <a:rPr lang="en-US" sz="2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2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numeroase</a:t>
            </a:r>
            <a:r>
              <a:rPr lang="en-US" sz="2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legend</a:t>
            </a:r>
            <a:r>
              <a:rPr lang="ro-RO" sz="2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 urbane</a:t>
            </a:r>
            <a:r>
              <a:rPr lang="en-US" sz="2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</a:t>
            </a:r>
            <a:r>
              <a:rPr lang="en-US" sz="22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unele</a:t>
            </a:r>
            <a:r>
              <a:rPr lang="en-US" sz="2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2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susținând</a:t>
            </a:r>
            <a:r>
              <a:rPr lang="en-US" sz="2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2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că</a:t>
            </a:r>
            <a:r>
              <a:rPr lang="en-US" sz="2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2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ar</a:t>
            </a:r>
            <a:r>
              <a:rPr lang="en-US" sz="2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fi </a:t>
            </a:r>
            <a:r>
              <a:rPr lang="en-US" sz="22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fost</a:t>
            </a:r>
            <a:r>
              <a:rPr lang="en-US" sz="2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2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construite</a:t>
            </a:r>
            <a:r>
              <a:rPr lang="en-US" sz="2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de </a:t>
            </a:r>
            <a:r>
              <a:rPr lang="en-US" sz="22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extratereștri</a:t>
            </a:r>
            <a:r>
              <a:rPr lang="ro-RO" sz="2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;</a:t>
            </a:r>
            <a:endParaRPr lang="en-US" sz="2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lvl="0" algn="l"/>
            <a:r>
              <a:rPr lang="ro-RO" sz="22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-</a:t>
            </a:r>
            <a:r>
              <a:rPr lang="en-US" sz="2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Se </a:t>
            </a:r>
            <a:r>
              <a:rPr lang="en-US" sz="22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poate</a:t>
            </a:r>
            <a:r>
              <a:rPr lang="en-US" sz="2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2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ajunge</a:t>
            </a:r>
            <a:r>
              <a:rPr lang="en-US" sz="2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cu </a:t>
            </a:r>
            <a:r>
              <a:rPr lang="en-US" sz="22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telecabina</a:t>
            </a:r>
            <a:r>
              <a:rPr lang="en-US" sz="2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din </a:t>
            </a:r>
            <a:r>
              <a:rPr lang="en-US" sz="22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Bușteni</a:t>
            </a:r>
            <a:r>
              <a:rPr lang="en-US" sz="2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la pas pe un </a:t>
            </a:r>
            <a:r>
              <a:rPr lang="en-US" sz="22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traseu</a:t>
            </a:r>
            <a:r>
              <a:rPr lang="en-US" sz="2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2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pitoresc</a:t>
            </a:r>
            <a:r>
              <a:rPr lang="en-US" sz="2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de o </a:t>
            </a:r>
            <a:r>
              <a:rPr lang="en-US" sz="22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oră</a:t>
            </a:r>
            <a:r>
              <a:rPr lang="en-US" sz="2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2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sau</a:t>
            </a:r>
            <a:r>
              <a:rPr lang="en-US" sz="2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cu </a:t>
            </a:r>
            <a:r>
              <a:rPr lang="en-US" sz="22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mașina</a:t>
            </a:r>
            <a:r>
              <a:rPr lang="en-US" sz="2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pe </a:t>
            </a:r>
            <a:r>
              <a:rPr lang="en-US" sz="22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drumul</a:t>
            </a:r>
            <a:r>
              <a:rPr lang="en-US" sz="2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2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Transbucegi</a:t>
            </a:r>
            <a:r>
              <a:rPr lang="en-US" sz="2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;</a:t>
            </a:r>
          </a:p>
          <a:p>
            <a:pPr algn="l"/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50005596"/>
      </p:ext>
    </p:extLst>
  </p:cSld>
  <p:clrMapOvr>
    <a:masterClrMapping/>
  </p:clrMapOvr>
  <p:transition spd="slow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19116D-9843-0F05-1832-173C259ED9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D4CCF616-F2D7-DBB5-68B4-BD0E9064C20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1233" t="2" r="11008"/>
          <a:stretch>
            <a:fillRect/>
          </a:stretch>
        </p:blipFill>
        <p:spPr>
          <a:xfrm>
            <a:off x="6014519" y="1879002"/>
            <a:ext cx="5524744" cy="4586288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pic>
        <p:nvPicPr>
          <p:cNvPr id="6" name="Picture 5" descr="The Sfinx – Bucegi Mountains, Romania | Bored Panda">
            <a:extLst>
              <a:ext uri="{FF2B5EF4-FFF2-40B4-BE49-F238E27FC236}">
                <a16:creationId xmlns:a16="http://schemas.microsoft.com/office/drawing/2014/main" id="{6A52B35D-F312-AD2A-290B-DF654C5E225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1933" r="6449" b="2"/>
          <a:stretch>
            <a:fillRect/>
          </a:stretch>
        </p:blipFill>
        <p:spPr>
          <a:xfrm>
            <a:off x="652737" y="1879002"/>
            <a:ext cx="4991100" cy="4586288"/>
          </a:xfrm>
          <a:prstGeom prst="rect">
            <a:avLst/>
          </a:prstGeo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13" name="Title 1">
            <a:extLst>
              <a:ext uri="{FF2B5EF4-FFF2-40B4-BE49-F238E27FC236}">
                <a16:creationId xmlns:a16="http://schemas.microsoft.com/office/drawing/2014/main" id="{AF565F97-5067-AA80-8B0D-AAE367CF4E39}"/>
              </a:ext>
            </a:extLst>
          </p:cNvPr>
          <p:cNvSpPr txBox="1">
            <a:spLocks/>
          </p:cNvSpPr>
          <p:nvPr/>
        </p:nvSpPr>
        <p:spPr>
          <a:xfrm>
            <a:off x="283675" y="912137"/>
            <a:ext cx="11123691" cy="6880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2800" b="0" kern="1200" spc="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Grupa </a:t>
            </a:r>
            <a:r>
              <a:rPr lang="en-US" sz="4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Munților</a:t>
            </a:r>
            <a:r>
              <a:rPr lang="en-US" sz="4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Bucegi – </a:t>
            </a:r>
            <a:r>
              <a:rPr lang="en-US" sz="4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Sfinxul</a:t>
            </a:r>
            <a:r>
              <a:rPr lang="en-US" sz="4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și</a:t>
            </a:r>
            <a:r>
              <a:rPr lang="en-US" sz="4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Babele</a:t>
            </a:r>
            <a:endParaRPr lang="en-US" sz="4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088109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984D3C-A932-8973-4EE6-5D4AE50DEE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7A9989-305F-1871-BF1F-E297B636F0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3675" y="912137"/>
            <a:ext cx="11123691" cy="688063"/>
          </a:xfrm>
        </p:spPr>
        <p:txBody>
          <a:bodyPr>
            <a:normAutofit/>
          </a:bodyPr>
          <a:lstStyle/>
          <a:p>
            <a:pPr algn="l"/>
            <a:r>
              <a:rPr lang="en-US" sz="4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Grupa </a:t>
            </a:r>
            <a:r>
              <a:rPr lang="en-US" sz="4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Munților</a:t>
            </a:r>
            <a:r>
              <a:rPr lang="en-US" sz="4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Bucegi – </a:t>
            </a:r>
            <a:r>
              <a:rPr lang="ro-RO" sz="4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Recorduri și istorie</a:t>
            </a:r>
            <a:endParaRPr lang="en-US" sz="4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F0BF036-2E8F-36DA-D7C7-4C8F7441FC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83675" y="1881879"/>
            <a:ext cx="11123690" cy="4063983"/>
          </a:xfrm>
        </p:spPr>
        <p:txBody>
          <a:bodyPr>
            <a:norm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Crucea</a:t>
            </a:r>
            <a:r>
              <a:rPr lang="en-US" sz="2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Eroilor</a:t>
            </a:r>
            <a:r>
              <a:rPr lang="en-US" sz="2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de pe </a:t>
            </a:r>
            <a:r>
              <a:rPr lang="en-US" sz="20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Muntele</a:t>
            </a:r>
            <a:r>
              <a:rPr lang="en-US" sz="2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Caraiman</a:t>
            </a:r>
            <a:r>
              <a:rPr lang="en-US" sz="2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:</a:t>
            </a:r>
            <a:r>
              <a:rPr lang="ro-RO" sz="2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Construită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între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anii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1926-1928,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în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memoria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ostașilor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români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căzuți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în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Primul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Război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Mondial ;</a:t>
            </a:r>
          </a:p>
          <a:p>
            <a:pPr marL="342900" lvl="0" indent="-342900" algn="l">
              <a:buFont typeface="Arial" panose="020B0604020202020204" pitchFamily="34" charset="0"/>
              <a:buChar char="•"/>
            </a:pP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Este o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construcție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100%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românească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intrată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în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Cartea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Recordurilor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drept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cea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mai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înaltă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cruce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din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lume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(~ 40 m </a:t>
            </a:r>
            <a:r>
              <a:rPr lang="ro-RO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înălțime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 ;</a:t>
            </a:r>
            <a:endParaRPr lang="ro-RO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lvl="0" algn="l"/>
            <a:endParaRPr lang="ro-RO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342900" lvl="0" indent="-342900" algn="l">
              <a:buFont typeface="Arial" panose="020B0604020202020204" pitchFamily="34" charset="0"/>
              <a:buChar char="•"/>
            </a:pPr>
            <a:r>
              <a:rPr lang="en-US" sz="20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Vârful</a:t>
            </a:r>
            <a:r>
              <a:rPr lang="en-US" sz="2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Omu (2.505 </a:t>
            </a:r>
            <a:r>
              <a:rPr lang="en-US" sz="20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metri</a:t>
            </a:r>
            <a:r>
              <a:rPr lang="en-US" sz="2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):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Cel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mai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înalt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vârf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din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masivul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Bucegi,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unde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se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găsește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o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cabană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turistică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primitoare</a:t>
            </a:r>
            <a:r>
              <a:rPr lang="ro-RO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(Cabana Caraiman)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cu o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istorie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de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peste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100 de ani ;</a:t>
            </a:r>
          </a:p>
        </p:txBody>
      </p:sp>
    </p:spTree>
    <p:extLst>
      <p:ext uri="{BB962C8B-B14F-4D97-AF65-F5344CB8AC3E}">
        <p14:creationId xmlns:p14="http://schemas.microsoft.com/office/powerpoint/2010/main" val="650096578"/>
      </p:ext>
    </p:extLst>
  </p:cSld>
  <p:clrMapOvr>
    <a:masterClrMapping/>
  </p:clrMapOvr>
  <p:transition spd="slow">
    <p:cover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7C19FD-2CBE-3B4D-BF71-6E5FE6CDA5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B45D1F-038E-B6D5-F128-473085C2331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3675" y="912137"/>
            <a:ext cx="11123691" cy="688063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Grupa </a:t>
            </a:r>
            <a:r>
              <a:rPr lang="en-US" sz="4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Munților</a:t>
            </a:r>
            <a:r>
              <a:rPr lang="en-US" sz="4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Bucegi – </a:t>
            </a:r>
            <a:r>
              <a:rPr lang="ro-RO" sz="4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Recorduri și istorie</a:t>
            </a:r>
            <a:endParaRPr lang="en-US" sz="4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9B1E79F-9E6B-BB31-181D-9E56375B5D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0091" y="1801592"/>
            <a:ext cx="2691899" cy="3585609"/>
          </a:xfrm>
          <a:prstGeom prst="rect">
            <a:avLst/>
          </a:prstGeom>
          <a:ln w="190500" cap="sq">
            <a:solidFill>
              <a:srgbClr val="C8C6BD"/>
            </a:solidFill>
            <a:prstDash val="solid"/>
            <a:miter lim="800000"/>
          </a:ln>
          <a:effectLst>
            <a:outerShdw blurRad="254000" algn="bl" rotWithShape="0">
              <a:srgbClr val="000000">
                <a:alpha val="43000"/>
              </a:srgbClr>
            </a:outerShdw>
          </a:effectLst>
          <a:scene3d>
            <a:camera prst="perspectiveFront" fov="5400000"/>
            <a:lightRig rig="threePt" dir="t">
              <a:rot lat="0" lon="0" rev="21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BF8F8B0-FC95-8198-4259-8BEF2EA5BBA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9726" r="6038"/>
          <a:stretch>
            <a:fillRect/>
          </a:stretch>
        </p:blipFill>
        <p:spPr>
          <a:xfrm>
            <a:off x="651849" y="1801592"/>
            <a:ext cx="7704500" cy="3600891"/>
          </a:xfrm>
          <a:prstGeom prst="rect">
            <a:avLst/>
          </a:prstGeom>
          <a:ln w="190500" cap="sq">
            <a:solidFill>
              <a:srgbClr val="C8C6BD"/>
            </a:solidFill>
            <a:prstDash val="solid"/>
            <a:miter lim="800000"/>
          </a:ln>
          <a:effectLst>
            <a:outerShdw blurRad="254000" algn="bl" rotWithShape="0">
              <a:srgbClr val="000000">
                <a:alpha val="43000"/>
              </a:srgbClr>
            </a:outerShdw>
          </a:effectLst>
          <a:scene3d>
            <a:camera prst="perspectiveFront" fov="5400000"/>
            <a:lightRig rig="threePt" dir="t">
              <a:rot lat="0" lon="0" rev="21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3744E120-31BE-80D3-6F2B-87F511167728}"/>
              </a:ext>
            </a:extLst>
          </p:cNvPr>
          <p:cNvSpPr/>
          <p:nvPr/>
        </p:nvSpPr>
        <p:spPr>
          <a:xfrm>
            <a:off x="3256350" y="5463827"/>
            <a:ext cx="2589170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o-RO" sz="2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Cabana Caraiman</a:t>
            </a:r>
            <a:endParaRPr lang="en-US" sz="2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141E545-B61E-80D7-B3D9-A63D74AFB191}"/>
              </a:ext>
            </a:extLst>
          </p:cNvPr>
          <p:cNvSpPr/>
          <p:nvPr/>
        </p:nvSpPr>
        <p:spPr>
          <a:xfrm>
            <a:off x="9304215" y="5484198"/>
            <a:ext cx="2072682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o-RO" sz="2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Crucea Eroilor</a:t>
            </a:r>
            <a:endParaRPr lang="en-US" sz="2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57631990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E6F242-BC7B-AC82-A10A-1DE1FC4681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5365FA-2A4D-D136-768A-DCA012CD70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3675" y="912137"/>
            <a:ext cx="11123691" cy="688063"/>
          </a:xfrm>
        </p:spPr>
        <p:txBody>
          <a:bodyPr>
            <a:normAutofit/>
          </a:bodyPr>
          <a:lstStyle/>
          <a:p>
            <a:pPr algn="l"/>
            <a:r>
              <a:rPr lang="en-US" sz="4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Grupa </a:t>
            </a:r>
            <a:r>
              <a:rPr lang="en-US" sz="4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Munților</a:t>
            </a:r>
            <a:r>
              <a:rPr lang="en-US" sz="4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Făgăra</a:t>
            </a:r>
            <a:r>
              <a:rPr lang="ro-RO" sz="4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ș</a:t>
            </a:r>
            <a:endParaRPr lang="en-US" sz="4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B1F03FC-C4BC-F995-F069-F4804E4A76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83674" y="1881879"/>
            <a:ext cx="11576365" cy="4063983"/>
          </a:xfrm>
        </p:spPr>
        <p:txBody>
          <a:bodyPr>
            <a:normAutofit/>
          </a:bodyPr>
          <a:lstStyle/>
          <a:p>
            <a:pPr marL="342900" lvl="0" indent="-342900" algn="l">
              <a:buFont typeface="Arial" panose="020B0604020202020204" pitchFamily="34" charset="0"/>
              <a:buChar char="•"/>
            </a:pP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Formează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o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creastă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montană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continuă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de ~ 70 km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lungime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și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~ 45 km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lățime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 </a:t>
            </a:r>
          </a:p>
          <a:p>
            <a:pPr marL="342900" lvl="0" indent="-342900" algn="l">
              <a:buFont typeface="Arial" panose="020B0604020202020204" pitchFamily="34" charset="0"/>
              <a:buChar char="•"/>
            </a:pP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Cele </a:t>
            </a:r>
            <a:r>
              <a:rPr 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mai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înalte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vârfuri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: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Găzduiește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cele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mai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înalte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cotele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din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țară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–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Vârful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Moldoveanu (2.544 m)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și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Vârful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Negoiu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(2.535 m). </a:t>
            </a:r>
          </a:p>
          <a:p>
            <a:pPr marL="342900" lvl="0" indent="-342900" algn="l">
              <a:buFont typeface="Arial" panose="020B0604020202020204" pitchFamily="34" charset="0"/>
              <a:buChar char="•"/>
            </a:pPr>
            <a:r>
              <a:rPr 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Turism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: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Renumit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pentru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drumețiile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de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altitudine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peisajele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glaciare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și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lacurile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alpine (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Bâlea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Podragu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1861027857"/>
      </p:ext>
    </p:extLst>
  </p:cSld>
  <p:clrMapOvr>
    <a:masterClrMapping/>
  </p:clrMapOvr>
  <p:transition spd="slow">
    <p:strips dir="r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DD742F-2BF1-F563-1A0C-EE8EA6A345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F67A72-269B-FB77-F311-ED16A26D07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3675" y="912137"/>
            <a:ext cx="11123691" cy="688063"/>
          </a:xfrm>
        </p:spPr>
        <p:txBody>
          <a:bodyPr>
            <a:normAutofit/>
          </a:bodyPr>
          <a:lstStyle/>
          <a:p>
            <a:r>
              <a:rPr lang="en-US" sz="4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Transfăgărășanul</a:t>
            </a:r>
            <a:r>
              <a:rPr lang="en-US" sz="4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(DN7C)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759342F-A8D7-5EB0-F618-950A470BBAB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83674" y="1881879"/>
            <a:ext cx="11576365" cy="4063983"/>
          </a:xfrm>
        </p:spPr>
        <p:txBody>
          <a:bodyPr>
            <a:normAutofit/>
          </a:bodyPr>
          <a:lstStyle/>
          <a:p>
            <a:pPr marL="342900" lvl="0" indent="-342900" algn="l">
              <a:buFont typeface="Arial" panose="020B0604020202020204" pitchFamily="34" charset="0"/>
              <a:buChar char="•"/>
            </a:pPr>
            <a:r>
              <a:rPr 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Traseu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: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Este o </a:t>
            </a:r>
            <a:r>
              <a:rPr lang="ro-RO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șosea montană de 91,5 km ce leagă județele Argeș și Sibiu.</a:t>
            </a:r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342900" lvl="0" indent="-342900" algn="l">
              <a:buFont typeface="Arial" panose="020B0604020202020204" pitchFamily="34" charset="0"/>
              <a:buChar char="•"/>
            </a:pPr>
            <a:r>
              <a:rPr 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Atracții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pe </a:t>
            </a:r>
            <a:r>
              <a:rPr 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traseu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:</a:t>
            </a:r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342900" lvl="0" indent="-342900" algn="l">
              <a:buFont typeface="Wingdings" panose="05000000000000000000" pitchFamily="2" charset="2"/>
              <a:buChar char="ü"/>
            </a:pPr>
            <a:r>
              <a:rPr lang="ro-RO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   </a:t>
            </a:r>
            <a:r>
              <a:rPr 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Bâlea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Lac: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Lac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glaciar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de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altitudine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punct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turistic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central pe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traseu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 </a:t>
            </a:r>
          </a:p>
          <a:p>
            <a:pPr marL="342900" lvl="0" indent="-342900" algn="l">
              <a:buFont typeface="Wingdings" panose="05000000000000000000" pitchFamily="2" charset="2"/>
              <a:buChar char="ü"/>
            </a:pPr>
            <a:r>
              <a:rPr lang="ro-RO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   </a:t>
            </a:r>
            <a:r>
              <a:rPr 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Barajul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Vidraru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: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Construcție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hidrotehnică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masivă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în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arc pe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râul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Argeș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 </a:t>
            </a:r>
          </a:p>
          <a:p>
            <a:pPr marL="342900" lvl="0" indent="-342900" algn="l">
              <a:buFont typeface="Wingdings" panose="05000000000000000000" pitchFamily="2" charset="2"/>
              <a:buChar char="ü"/>
            </a:pPr>
            <a:r>
              <a:rPr lang="ro-RO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   </a:t>
            </a:r>
            <a:r>
              <a:rPr 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Cetatea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Poenari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: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Reședință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istorică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fortificată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legată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de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domnitorul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Vlad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Țepeș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2895786519"/>
      </p:ext>
    </p:extLst>
  </p:cSld>
  <p:clrMapOvr>
    <a:masterClrMapping/>
  </p:clrMapOvr>
  <p:transition spd="slow">
    <p:wip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F2234E-8E54-0068-874B-1493EE4242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FE85B8-49FE-0567-625F-6F4F315F9E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3675" y="912137"/>
            <a:ext cx="11123691" cy="688063"/>
          </a:xfrm>
        </p:spPr>
        <p:txBody>
          <a:bodyPr>
            <a:normAutofit/>
          </a:bodyPr>
          <a:lstStyle/>
          <a:p>
            <a:r>
              <a:rPr lang="en-US" sz="4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Transfăgărășanul</a:t>
            </a:r>
            <a:r>
              <a:rPr lang="en-US" sz="4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(DN7C)</a:t>
            </a:r>
          </a:p>
        </p:txBody>
      </p:sp>
      <p:pic>
        <p:nvPicPr>
          <p:cNvPr id="6" name="Picture 5" descr="Bucharest: Transfagarasan Road Private Tour | GetYourGuide">
            <a:extLst>
              <a:ext uri="{FF2B5EF4-FFF2-40B4-BE49-F238E27FC236}">
                <a16:creationId xmlns:a16="http://schemas.microsoft.com/office/drawing/2014/main" id="{1C92CC4B-D370-24A8-401A-9E7D276F82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1840" y="1876762"/>
            <a:ext cx="8488320" cy="4456368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43670651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1F4549-D26F-C29F-4113-29BF31D4EC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1F6861-9562-34F3-6B2A-4377449683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3675" y="912137"/>
            <a:ext cx="11123691" cy="688063"/>
          </a:xfrm>
        </p:spPr>
        <p:txBody>
          <a:bodyPr>
            <a:normAutofit/>
          </a:bodyPr>
          <a:lstStyle/>
          <a:p>
            <a:pPr algn="l"/>
            <a:r>
              <a:rPr lang="en-US" sz="4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Grupa </a:t>
            </a:r>
            <a:r>
              <a:rPr lang="en-US" sz="4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Munților</a:t>
            </a:r>
            <a:r>
              <a:rPr lang="en-US" sz="4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Parâng</a:t>
            </a:r>
            <a:endParaRPr lang="en-US" sz="4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88696D8-FBD5-575A-D774-4CD5E57B49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83674" y="1881879"/>
            <a:ext cx="11576365" cy="4063983"/>
          </a:xfrm>
        </p:spPr>
        <p:txBody>
          <a:bodyPr>
            <a:normAutofit/>
          </a:bodyPr>
          <a:lstStyle/>
          <a:p>
            <a:pPr marL="342900" lvl="0" indent="-342900" algn="l">
              <a:buFont typeface="Arial" panose="020B0604020202020204" pitchFamily="34" charset="0"/>
              <a:buChar char="•"/>
            </a:pPr>
            <a:r>
              <a:rPr lang="ro-RO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Este cea mai întinsă grupă din Carpații Meridionali, având altitudinea maximă în Vf. Parângul Mare (2518 m).</a:t>
            </a:r>
          </a:p>
          <a:p>
            <a:pPr lvl="0" algn="l"/>
            <a:endParaRPr lang="ro-RO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lvl="0" algn="l"/>
            <a:r>
              <a:rPr lang="ro-RO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- </a:t>
            </a:r>
            <a:r>
              <a:rPr 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Obiective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naturale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și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culturale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în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grupă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:</a:t>
            </a:r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Relieful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glaciar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și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carstic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(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inclusiv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Peșterile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Polovragi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și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Muierilor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).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Cetățile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dacice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din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Munții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Șureanu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în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special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Sarmizegetusa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Regia</a:t>
            </a:r>
            <a:r>
              <a:rPr lang="ro-RO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667596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43505E-DE80-1B7D-6C2C-F8B1F1AC66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976DC8-D056-64B5-F147-BDF7C6DAE9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3675" y="912137"/>
            <a:ext cx="11123691" cy="688063"/>
          </a:xfrm>
        </p:spPr>
        <p:txBody>
          <a:bodyPr>
            <a:normAutofit/>
          </a:bodyPr>
          <a:lstStyle/>
          <a:p>
            <a:pPr algn="l"/>
            <a:r>
              <a:rPr lang="en-US" sz="4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Transalpina – „</a:t>
            </a:r>
            <a:r>
              <a:rPr lang="en-US" sz="4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Drumul</a:t>
            </a:r>
            <a:r>
              <a:rPr lang="en-US" sz="4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Regelui</a:t>
            </a:r>
            <a:r>
              <a:rPr lang="en-US" sz="4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”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51B6D79-1384-BEA0-86C7-D96E734C13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83675" y="1881879"/>
            <a:ext cx="6808788" cy="4063983"/>
          </a:xfrm>
        </p:spPr>
        <p:txBody>
          <a:bodyPr>
            <a:normAutofit/>
          </a:bodyPr>
          <a:lstStyle/>
          <a:p>
            <a:pPr marL="342900" lvl="0" indent="-342900" algn="l">
              <a:buFont typeface="Arial" panose="020B0604020202020204" pitchFamily="34" charset="0"/>
              <a:buChar char="•"/>
            </a:pPr>
            <a:r>
              <a:rPr lang="ro-RO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 Este cea mai înaltă șosea din România (a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tinge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punctul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maxim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în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Pasul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Urdele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ro-RO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- 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2.145 de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metri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),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depășind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Transfăgărășanul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cu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peste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100 de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metri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  <a:endParaRPr lang="ro-RO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lvl="0" algn="l"/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342900" lvl="0" indent="-342900" algn="l">
              <a:buFont typeface="Arial" panose="020B0604020202020204" pitchFamily="34" charset="0"/>
              <a:buChar char="•"/>
            </a:pPr>
            <a:r>
              <a:rPr lang="ro-RO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 </a:t>
            </a:r>
            <a:r>
              <a:rPr 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Traseu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: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Leagă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localitatea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Novaci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(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jud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 Gorj) de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municipiul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Sebeș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(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jud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 Alba),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având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o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distanță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de 148 de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kilometri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B511ADA-41D3-1E24-6426-DFF5DD9717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4821" y="1641231"/>
            <a:ext cx="4514850" cy="30099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358536373"/>
      </p:ext>
    </p:extLst>
  </p:cSld>
  <p:clrMapOvr>
    <a:masterClrMapping/>
  </p:clrMapOvr>
  <p:transition spd="slow">
    <p:push dir="u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171C39-9969-7A5B-AE5A-34EC49DF3B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12B2BE-47E3-88DF-C46D-03981E4319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3675" y="912137"/>
            <a:ext cx="11123691" cy="688063"/>
          </a:xfrm>
        </p:spPr>
        <p:txBody>
          <a:bodyPr>
            <a:normAutofit fontScale="90000"/>
          </a:bodyPr>
          <a:lstStyle/>
          <a:p>
            <a:pPr algn="l"/>
            <a:r>
              <a:rPr lang="en-US" sz="4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Grupa </a:t>
            </a:r>
            <a:r>
              <a:rPr lang="en-US" sz="4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Munților</a:t>
            </a:r>
            <a:r>
              <a:rPr lang="en-US" sz="4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Retezat</a:t>
            </a:r>
            <a:r>
              <a:rPr lang="en-US" sz="4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– </a:t>
            </a:r>
            <a:r>
              <a:rPr lang="en-US" sz="4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Masivul</a:t>
            </a:r>
            <a:r>
              <a:rPr lang="en-US" sz="4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celor</a:t>
            </a:r>
            <a:r>
              <a:rPr lang="en-US" sz="4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40 de </a:t>
            </a:r>
            <a:r>
              <a:rPr lang="en-US" sz="4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lacuri</a:t>
            </a:r>
            <a:endParaRPr lang="en-US" sz="4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EEFB0FB-A24A-35EF-9DFA-D83C1BDAC9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83674" y="1881879"/>
            <a:ext cx="11576365" cy="4063983"/>
          </a:xfrm>
        </p:spPr>
        <p:txBody>
          <a:bodyPr>
            <a:normAutofit/>
          </a:bodyPr>
          <a:lstStyle/>
          <a:p>
            <a:pPr marL="342900" lvl="0" indent="-342900" algn="l">
              <a:buFont typeface="Arial" panose="020B0604020202020204" pitchFamily="34" charset="0"/>
              <a:buChar char="•"/>
            </a:pP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Parc </a:t>
            </a:r>
            <a:r>
              <a:rPr 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Național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: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Protejat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din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anul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1935,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fiind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primul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parc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național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înființat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în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România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 </a:t>
            </a:r>
          </a:p>
          <a:p>
            <a:pPr marL="342900" lvl="0" indent="-342900" algn="l">
              <a:buFont typeface="Arial" panose="020B0604020202020204" pitchFamily="34" charset="0"/>
              <a:buChar char="•"/>
            </a:pPr>
            <a:r>
              <a:rPr 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Zonă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glaciară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: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Găzduiește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peste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40 de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lacuri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glaciare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situate la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peste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2.000 m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altitudine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 </a:t>
            </a:r>
          </a:p>
          <a:p>
            <a:pPr marL="342900" lvl="0" indent="-342900" algn="l">
              <a:buFont typeface="Arial" panose="020B0604020202020204" pitchFamily="34" charset="0"/>
              <a:buChar char="•"/>
            </a:pPr>
            <a:r>
              <a:rPr 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Recorduri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hidrologice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: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Lacul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Bucura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(cel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mai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întins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lac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glaciar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și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Lacul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Zănoaga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(cel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mai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adânc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lac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glaciar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).</a:t>
            </a:r>
          </a:p>
          <a:p>
            <a:pPr marL="342900" lvl="0" indent="-342900" algn="l">
              <a:buFont typeface="Arial" panose="020B0604020202020204" pitchFamily="34" charset="0"/>
              <a:buChar char="•"/>
            </a:pPr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5883108"/>
      </p:ext>
    </p:extLst>
  </p:cSld>
  <p:clrMapOvr>
    <a:masterClrMapping/>
  </p:clrMapOvr>
  <p:transition spd="slow">
    <p:wip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945019-CE1E-0057-4C14-D12ADDB24B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BB47B5-6182-3125-C182-39EB937CF88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3675" y="912137"/>
            <a:ext cx="11123691" cy="688063"/>
          </a:xfrm>
        </p:spPr>
        <p:txBody>
          <a:bodyPr>
            <a:normAutofit/>
          </a:bodyPr>
          <a:lstStyle/>
          <a:p>
            <a:pPr algn="l"/>
            <a:r>
              <a:rPr lang="ro-RO" sz="4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Concluzie</a:t>
            </a:r>
            <a:endParaRPr lang="en-US" sz="4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ED68ED7-F5B1-8403-A698-7EF04C27748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83674" y="1881879"/>
            <a:ext cx="11576365" cy="4063983"/>
          </a:xfrm>
        </p:spPr>
        <p:txBody>
          <a:bodyPr>
            <a:normAutofit/>
          </a:bodyPr>
          <a:lstStyle/>
          <a:p>
            <a:pPr marL="342900" lvl="0" indent="-342900" algn="l">
              <a:buFont typeface="Arial" panose="020B0604020202020204" pitchFamily="34" charset="0"/>
              <a:buChar char="•"/>
            </a:pPr>
            <a:r>
              <a:rPr 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Diversitate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: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Carpații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Meridionali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oferă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o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combinație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unică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de relief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glaciar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peșteri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chei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și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lacuri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de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altitudine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 </a:t>
            </a:r>
          </a:p>
          <a:p>
            <a:pPr marL="342900" lvl="0" indent="-342900" algn="l">
              <a:buFont typeface="Arial" panose="020B0604020202020204" pitchFamily="34" charset="0"/>
              <a:buChar char="•"/>
            </a:pPr>
            <a:r>
              <a:rPr 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Infrastructură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: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Șoselele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alpine (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Transfăgărășan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Transalpina)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și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transportul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pe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cablu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facilitează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accesul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direct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în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zonele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înalte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 </a:t>
            </a:r>
          </a:p>
          <a:p>
            <a:pPr marL="342900" lvl="0" indent="-342900" algn="l">
              <a:buFont typeface="Arial" panose="020B0604020202020204" pitchFamily="34" charset="0"/>
              <a:buChar char="•"/>
            </a:pPr>
            <a:r>
              <a:rPr 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Valoare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națională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: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Regiunea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adun</a:t>
            </a:r>
            <a:r>
              <a:rPr lang="ro-RO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ă </a:t>
            </a:r>
            <a:r>
              <a:rPr lang="en-US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cele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mai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înalte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vârfuri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din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țară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mari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rezervații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naturale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și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un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patrimoniu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istoric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valoros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9865435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9F4AAD-8C75-672C-2CE6-6E8F0A1B28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22821E-BFA6-5761-044C-A716578D16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3675" y="912137"/>
            <a:ext cx="11123691" cy="688063"/>
          </a:xfrm>
        </p:spPr>
        <p:txBody>
          <a:bodyPr>
            <a:normAutofit/>
          </a:bodyPr>
          <a:lstStyle/>
          <a:p>
            <a:pPr algn="l"/>
            <a:r>
              <a:rPr lang="en-US" sz="4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Bibliografie</a:t>
            </a:r>
            <a:endParaRPr lang="en-US" sz="4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F637A04-E85A-073B-3B5A-2AE13383C2A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83674" y="1881879"/>
            <a:ext cx="11576365" cy="4063983"/>
          </a:xfrm>
        </p:spPr>
        <p:txBody>
          <a:bodyPr>
            <a:normAutofit/>
          </a:bodyPr>
          <a:lstStyle/>
          <a:p>
            <a:pPr marL="342900" lvl="0" indent="-342900" algn="l">
              <a:buFont typeface="Wingdings" panose="05000000000000000000" pitchFamily="2" charset="2"/>
              <a:buChar char="Ø"/>
            </a:pPr>
            <a:r>
              <a:rPr lang="en-US" sz="2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Tourism Guide </a:t>
            </a:r>
            <a:r>
              <a:rPr lang="en-US" sz="20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România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</a:t>
            </a:r>
            <a:r>
              <a:rPr lang="en-US" sz="20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Carpații</a:t>
            </a:r>
            <a:r>
              <a:rPr lang="en-US" sz="20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Meridionali</a:t>
            </a:r>
            <a:r>
              <a:rPr lang="en-US" sz="20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| </a:t>
            </a:r>
            <a:r>
              <a:rPr lang="en-US" sz="20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Munți</a:t>
            </a:r>
            <a:r>
              <a:rPr lang="en-US" sz="20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România</a:t>
            </a:r>
            <a:r>
              <a:rPr lang="en-US" sz="20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| </a:t>
            </a:r>
            <a:r>
              <a:rPr lang="en-US" sz="20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Trasee</a:t>
            </a:r>
            <a:r>
              <a:rPr lang="en-US" sz="20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Turistice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disponibil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la: 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hlinkClick r:id="rId2"/>
              </a:rPr>
              <a:t>tourismguide.ro/x/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hlinkClick r:id="rId2"/>
              </a:rPr>
              <a:t>carpatii_meridionali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hlinkClick r:id="rId2"/>
              </a:rPr>
              <a:t>/</a:t>
            </a:r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342900" lvl="0" indent="-342900" algn="l">
              <a:buFont typeface="Wingdings" panose="05000000000000000000" pitchFamily="2" charset="2"/>
              <a:buChar char="Ø"/>
            </a:pPr>
            <a:r>
              <a:rPr lang="en-US" sz="2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Blog </a:t>
            </a:r>
            <a:r>
              <a:rPr lang="en-US" sz="20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Travelminit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</a:t>
            </a:r>
            <a:r>
              <a:rPr lang="en-US" sz="20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Locuri</a:t>
            </a:r>
            <a:r>
              <a:rPr lang="en-US" sz="20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impresionante</a:t>
            </a:r>
            <a:r>
              <a:rPr lang="en-US" sz="20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de </a:t>
            </a:r>
            <a:r>
              <a:rPr lang="en-US" sz="20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văzut</a:t>
            </a:r>
            <a:r>
              <a:rPr lang="en-US" sz="20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în</a:t>
            </a:r>
            <a:r>
              <a:rPr lang="en-US" sz="20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Carpații</a:t>
            </a:r>
            <a:r>
              <a:rPr lang="en-US" sz="20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Meridionali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disponibil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la: 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hlinkClick r:id="rId3"/>
              </a:rPr>
              <a:t>blog.travelminit.ro/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hlinkClick r:id="rId3"/>
              </a:rPr>
              <a:t>locuri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hlinkClick r:id="rId3"/>
              </a:rPr>
              <a:t>-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hlinkClick r:id="rId3"/>
              </a:rPr>
              <a:t>impresionante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hlinkClick r:id="rId3"/>
              </a:rPr>
              <a:t>-de-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hlinkClick r:id="rId3"/>
              </a:rPr>
              <a:t>vazut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hlinkClick r:id="rId3"/>
              </a:rPr>
              <a:t>-in-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hlinkClick r:id="rId3"/>
              </a:rPr>
              <a:t>carpatii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hlinkClick r:id="rId3"/>
              </a:rPr>
              <a:t>-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hlinkClick r:id="rId3"/>
              </a:rPr>
              <a:t>meridionali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hlinkClick r:id="rId3"/>
              </a:rPr>
              <a:t>/</a:t>
            </a:r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342900" lvl="0" indent="-342900" algn="l">
              <a:buFont typeface="Wingdings" panose="05000000000000000000" pitchFamily="2" charset="2"/>
              <a:buChar char="Ø"/>
            </a:pPr>
            <a:r>
              <a:rPr lang="en-US" sz="20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Adevărul</a:t>
            </a:r>
            <a:r>
              <a:rPr lang="en-US" sz="2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(</a:t>
            </a:r>
            <a:r>
              <a:rPr lang="en-US" sz="20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ediția</a:t>
            </a:r>
            <a:r>
              <a:rPr lang="en-US" sz="2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locală</a:t>
            </a:r>
            <a:r>
              <a:rPr lang="en-US" sz="2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Brașov</a:t>
            </a:r>
            <a:r>
              <a:rPr lang="en-US" sz="2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</a:t>
            </a:r>
            <a:r>
              <a:rPr lang="en-US" sz="20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Cele </a:t>
            </a:r>
            <a:r>
              <a:rPr lang="en-US" sz="20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mai</a:t>
            </a:r>
            <a:r>
              <a:rPr lang="en-US" sz="20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frumoase</a:t>
            </a:r>
            <a:r>
              <a:rPr lang="en-US" sz="20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locuri</a:t>
            </a:r>
            <a:r>
              <a:rPr lang="en-US" sz="20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din </a:t>
            </a:r>
            <a:r>
              <a:rPr lang="en-US" sz="20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Carpații</a:t>
            </a:r>
            <a:r>
              <a:rPr lang="en-US" sz="20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Meridionali</a:t>
            </a:r>
            <a:r>
              <a:rPr lang="en-US" sz="20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 </a:t>
            </a:r>
            <a:r>
              <a:rPr lang="en-US" sz="20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Vacanță</a:t>
            </a:r>
            <a:r>
              <a:rPr lang="en-US" sz="20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la mare </a:t>
            </a:r>
            <a:r>
              <a:rPr lang="en-US" sz="20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înălțime</a:t>
            </a:r>
            <a:r>
              <a:rPr lang="en-US" sz="20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</a:t>
            </a:r>
            <a:r>
              <a:rPr lang="en-US" sz="20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peisaje</a:t>
            </a:r>
            <a:r>
              <a:rPr lang="en-US" sz="20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de vis </a:t>
            </a:r>
            <a:r>
              <a:rPr lang="en-US" sz="20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și</a:t>
            </a:r>
            <a:r>
              <a:rPr lang="en-US" sz="20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multe</a:t>
            </a:r>
            <a:r>
              <a:rPr lang="en-US" sz="20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mistere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autor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Simona Suciu,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disponibil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la: 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hlinkClick r:id="rId4"/>
              </a:rPr>
              <a:t>adevarul.ro/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hlinkClick r:id="rId4"/>
              </a:rPr>
              <a:t>stiri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hlinkClick r:id="rId4"/>
              </a:rPr>
              <a:t>-locale/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hlinkClick r:id="rId4"/>
              </a:rPr>
              <a:t>brasov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hlinkClick r:id="rId4"/>
              </a:rPr>
              <a:t>/cele-mai-frumoase-locuri-din-carpatii-meridionali-1642815.html</a:t>
            </a:r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342900" lvl="0" indent="-342900" algn="l">
              <a:buFont typeface="Wingdings" panose="05000000000000000000" pitchFamily="2" charset="2"/>
              <a:buChar char="Ø"/>
            </a:pP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Wikipedia : 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hlinkClick r:id="rId5"/>
              </a:rPr>
              <a:t>https://ro.wikipedia.org/wiki/Carpa%C8%9Bii_Meridionali</a:t>
            </a:r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lvl="0" algn="l"/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543741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ferris dir="r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Dark Gradient">
  <a:themeElements>
    <a:clrScheme name="Dark Gradient">
      <a:dk1>
        <a:sysClr val="windowText" lastClr="000000"/>
      </a:dk1>
      <a:lt1>
        <a:sysClr val="window" lastClr="FFFFFF"/>
      </a:lt1>
      <a:dk2>
        <a:srgbClr val="0B0C12"/>
      </a:dk2>
      <a:lt2>
        <a:srgbClr val="ECF0FB"/>
      </a:lt2>
      <a:accent1>
        <a:srgbClr val="4970FF"/>
      </a:accent1>
      <a:accent2>
        <a:srgbClr val="712ED5"/>
      </a:accent2>
      <a:accent3>
        <a:srgbClr val="00C4B6"/>
      </a:accent3>
      <a:accent4>
        <a:srgbClr val="3633D1"/>
      </a:accent4>
      <a:accent5>
        <a:srgbClr val="4AB1FE"/>
      </a:accent5>
      <a:accent6>
        <a:srgbClr val="9E2FD5"/>
      </a:accent6>
      <a:hlink>
        <a:srgbClr val="4970FF"/>
      </a:hlink>
      <a:folHlink>
        <a:srgbClr val="8E24FF"/>
      </a:folHlink>
    </a:clrScheme>
    <a:fontScheme name="Custom 53">
      <a:majorFont>
        <a:latin typeface="Arial Nova Light"/>
        <a:ea typeface=""/>
        <a:cs typeface=""/>
      </a:majorFont>
      <a:minorFont>
        <a:latin typeface="Arial Nova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rk gradient" id="{E11C298A-C952-4C7C-AD82-FDE632A020A2}" vid="{C429265E-EED5-40F2-8F51-E02F8E47A73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Dark Gradient</Template>
  <TotalTime>161</TotalTime>
  <Words>824</Words>
  <Application>Microsoft Office PowerPoint</Application>
  <PresentationFormat>Widescreen</PresentationFormat>
  <Paragraphs>66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Aptos</vt:lpstr>
      <vt:lpstr>Arial</vt:lpstr>
      <vt:lpstr>Arial Nova Light</vt:lpstr>
      <vt:lpstr>Tahoma</vt:lpstr>
      <vt:lpstr>Wingdings</vt:lpstr>
      <vt:lpstr>Dark Gradient</vt:lpstr>
      <vt:lpstr>Potențialul turistic al  Carpaților Meridionali</vt:lpstr>
      <vt:lpstr>Cuprins</vt:lpstr>
      <vt:lpstr>Introducere</vt:lpstr>
      <vt:lpstr>Grupa Munților Bucegi – Sfinxul și Babele</vt:lpstr>
      <vt:lpstr>PowerPoint Presentation</vt:lpstr>
      <vt:lpstr>Grupa Munților Bucegi – Recorduri și istorie</vt:lpstr>
      <vt:lpstr>Grupa Munților Bucegi – Recorduri și istorie</vt:lpstr>
      <vt:lpstr>Grupa Munților Făgăraș</vt:lpstr>
      <vt:lpstr>Transfăgărășanul (DN7C)</vt:lpstr>
      <vt:lpstr>Transfăgărășanul (DN7C)</vt:lpstr>
      <vt:lpstr>Grupa Munților Parâng</vt:lpstr>
      <vt:lpstr>Transalpina – „Drumul Regelui”</vt:lpstr>
      <vt:lpstr>Grupa Munților Retezat – Masivul celor 40 de lacuri</vt:lpstr>
      <vt:lpstr>Concluzie</vt:lpstr>
      <vt:lpstr>Bibliografie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Tudor Ioan</dc:creator>
  <cp:lastModifiedBy>Tudor Ioan</cp:lastModifiedBy>
  <cp:revision>9</cp:revision>
  <dcterms:created xsi:type="dcterms:W3CDTF">2026-09-22T14:17:36Z</dcterms:created>
  <dcterms:modified xsi:type="dcterms:W3CDTF">2026-09-23T15:43:09Z</dcterms:modified>
</cp:coreProperties>
</file>